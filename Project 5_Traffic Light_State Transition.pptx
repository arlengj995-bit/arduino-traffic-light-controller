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F39A2-481A-4DFF-8890-D720B29BDB60}" v="28" dt="2026-09-06T23:43:33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618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ghese, Johnson (J.Varghese@yokogawa.com)" userId="86a31ed3-e83e-40b8-8a56-bee9688a40ed" providerId="ADAL" clId="{1179EA37-87EE-4EFE-A93A-166D45CF1876}"/>
    <pc:docChg chg="addSld modSld">
      <pc:chgData name="Varghese, Johnson (J.Varghese@yokogawa.com)" userId="86a31ed3-e83e-40b8-8a56-bee9688a40ed" providerId="ADAL" clId="{1179EA37-87EE-4EFE-A93A-166D45CF1876}" dt="2026-09-06T23:43:33.344" v="23"/>
      <pc:docMkLst>
        <pc:docMk/>
      </pc:docMkLst>
      <pc:sldChg chg="addSp delSp modSp">
        <pc:chgData name="Varghese, Johnson (J.Varghese@yokogawa.com)" userId="86a31ed3-e83e-40b8-8a56-bee9688a40ed" providerId="ADAL" clId="{1179EA37-87EE-4EFE-A93A-166D45CF1876}" dt="2026-09-06T23:35:34.555" v="20"/>
        <pc:sldMkLst>
          <pc:docMk/>
          <pc:sldMk cId="4019184220" sldId="256"/>
        </pc:sldMkLst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7" creationId="{FBC3FE54-B286-7447-94BF-9F34D7B6EAE6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9" creationId="{A675194F-42AB-1BA7-FEA4-3ECDBB388425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18" creationId="{4AD62B9F-56A7-6731-10CD-276548D12A5B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27" creationId="{7C60E07D-44D4-C59C-7E52-D4588BBE9B3C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32" creationId="{3368D5A9-AEAC-5669-2432-CA36E14C2354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34" creationId="{3F1C7D18-E84C-57B0-6516-74D5E3C67449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52" creationId="{06B666D3-B480-D5D6-EA83-326979A200CC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54" creationId="{F4460183-0E67-45B3-2587-9DE1CF496B9D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61" creationId="{6F92865E-E05B-9D52-CE36-BE884CCDD782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34:32.607" v="16" actId="165"/>
          <ac:spMkLst>
            <pc:docMk/>
            <pc:sldMk cId="4019184220" sldId="256"/>
            <ac:spMk id="63" creationId="{F0B2B73A-374D-BD93-F531-1F157E8C66CB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273" creationId="{5793353A-DFC0-9907-10D6-FBF39F95226F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276" creationId="{7656A3CD-17DC-BEDC-B999-7054E01B7D08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278" creationId="{8D0F7247-B88E-2EE8-2D41-CC4993DFDE53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281" creationId="{CD5CDE87-5EA3-C578-EB4E-FA180FE3D886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285" creationId="{AFCF8DB9-51B7-D709-5E02-58EA607FB881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286" creationId="{BEECDCE4-2044-D636-B4F8-41369A8E227D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295" creationId="{D5B904A7-D44B-E2C7-29C3-7C42361448AC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299" creationId="{74D175D2-51C6-23BA-1B76-B36130AE6FE2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303" creationId="{745C6E97-A52A-BF32-1FFC-26B14C5653A6}"/>
          </ac:spMkLst>
        </pc:spChg>
        <pc:spChg chg="mod topLvl">
          <ac:chgData name="Varghese, Johnson (J.Varghese@yokogawa.com)" userId="86a31ed3-e83e-40b8-8a56-bee9688a40ed" providerId="ADAL" clId="{1179EA37-87EE-4EFE-A93A-166D45CF1876}" dt="2026-09-06T23:23:23.854" v="2" actId="165"/>
          <ac:spMkLst>
            <pc:docMk/>
            <pc:sldMk cId="4019184220" sldId="256"/>
            <ac:spMk id="304" creationId="{87A27767-73F5-B051-15CE-0815FCD3AA1B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1:35.780" v="4" actId="164"/>
          <ac:spMkLst>
            <pc:docMk/>
            <pc:sldMk cId="4019184220" sldId="256"/>
            <ac:spMk id="350" creationId="{F11F0A1B-909F-23D3-F76D-AC0130CCB721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20:23.898" v="0"/>
          <ac:spMkLst>
            <pc:docMk/>
            <pc:sldMk cId="4019184220" sldId="256"/>
            <ac:spMk id="392" creationId="{1E4DFF2C-3EB6-D18C-BD8E-7950A9DD8E56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1:35.780" v="4" actId="164"/>
          <ac:spMkLst>
            <pc:docMk/>
            <pc:sldMk cId="4019184220" sldId="256"/>
            <ac:spMk id="401" creationId="{2200A182-50BC-8202-AC20-E88FF814550C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3:53.800" v="12" actId="338"/>
          <ac:spMkLst>
            <pc:docMk/>
            <pc:sldMk cId="4019184220" sldId="256"/>
            <ac:spMk id="413" creationId="{16471766-D7EB-8BC6-BE76-B96182C1E2C6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3:53.800" v="12" actId="338"/>
          <ac:spMkLst>
            <pc:docMk/>
            <pc:sldMk cId="4019184220" sldId="256"/>
            <ac:spMk id="414" creationId="{6E381E20-FACE-C200-2640-CA559872B684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16" creationId="{B95ECB3C-8608-A962-CA6C-0D62B5B60942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19" creationId="{B8FF6B11-E870-967C-B4A8-727158EF0B21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20" creationId="{372B6294-F09A-8B9D-BFAC-A6615ADD7ED2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23" creationId="{BAACEC43-6B5F-041B-2B9C-CA01D435B4F2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25" creationId="{F6F72EFA-B8D2-B1BE-8AF1-A01D33CC45A2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34" creationId="{C36E817E-03CC-57E1-A72F-CA8BBB16ED11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35" creationId="{2A8C863E-1CBB-2FE5-A5D8-15F44E01F22B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43" creationId="{3256360A-5701-D544-F191-F902145CDDFD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46" creationId="{9CDD9E84-C6CA-E1A8-3B56-8EF85C901220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4:07.324" v="14" actId="165"/>
          <ac:spMkLst>
            <pc:docMk/>
            <pc:sldMk cId="4019184220" sldId="256"/>
            <ac:spMk id="452" creationId="{0A951486-DF69-7D1D-1990-417CE89428FD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60" creationId="{2E61FC17-540E-1BDB-0F6A-DB5A0E5ACAE1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64" creationId="{7F7374CF-0080-3769-7635-D4A381294CD9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66" creationId="{7F334D9D-C3B9-0D90-648D-0923D5C033E8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67" creationId="{B79F6ADE-AC89-1F23-F9E5-D1CD33F165AD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76" creationId="{F9C4BE39-34AC-6C05-B32F-0F3A052425DA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77" creationId="{635F763C-F64B-2A59-A978-D060839F767D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81" creationId="{47C609B2-9F72-D2F4-D48F-12751DF966A3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82" creationId="{CBDA47F2-E596-3E3C-E34D-18E8CF540705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83" creationId="{AB816DED-6C92-55DA-E4C6-82FA824F1E1F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07.343" v="6"/>
          <ac:spMkLst>
            <pc:docMk/>
            <pc:sldMk cId="4019184220" sldId="256"/>
            <ac:spMk id="488" creationId="{81D6A208-77B3-5532-EB42-D69DAF722ECF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498" creationId="{10B7C551-F225-D4CF-FD85-4B8818919603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504" creationId="{662A4E82-3837-052F-CD00-8E47CD51C66C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507" creationId="{874A7A7F-9B60-7DC3-4747-B2B4B9DDA7EA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515" creationId="{62F19964-2E16-BECA-3208-539951A25E9A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516" creationId="{F69C7189-4837-9EA0-F9CE-2E02EA66D4C9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517" creationId="{BFCDDDBC-3003-2827-B6C1-701BA1DAECB7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519" creationId="{BE1D8A3E-BC34-31DB-7524-72624ABDC5A0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520" creationId="{649BA858-6E55-6AF2-3E33-078C3CE7E61E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535" creationId="{261C43E6-6478-C439-40A2-41BE5706A09C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17.448" v="7"/>
          <ac:spMkLst>
            <pc:docMk/>
            <pc:sldMk cId="4019184220" sldId="256"/>
            <ac:spMk id="536" creationId="{3E82D735-7F59-B469-C400-EB42F4633B35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39" creationId="{5441B94D-E9BE-0386-0655-C961B720E94D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43" creationId="{F5D2ADC9-9A92-850D-BBFC-727596113C5A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45" creationId="{E25C4065-50BF-4116-F927-BC94C54B4438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48" creationId="{447355E3-6553-B80E-F39D-256962027586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52" creationId="{B400B656-F47A-081C-188A-BACB553C2E91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60" creationId="{28DEB99D-EEB7-AF12-7F7A-C903850F43E0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64" creationId="{65D5A49F-D910-8FC1-AE7B-DAAC3C52391B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68" creationId="{3F9D17EA-4039-8F9A-A60C-192BCA3DA9BB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70" creationId="{1964FA94-1097-DD88-C4AF-557383EAD430}"/>
          </ac:spMkLst>
        </pc:spChg>
        <pc:spChg chg="mod">
          <ac:chgData name="Varghese, Johnson (J.Varghese@yokogawa.com)" userId="86a31ed3-e83e-40b8-8a56-bee9688a40ed" providerId="ADAL" clId="{1179EA37-87EE-4EFE-A93A-166D45CF1876}" dt="2026-09-06T23:32:42.676" v="8"/>
          <ac:spMkLst>
            <pc:docMk/>
            <pc:sldMk cId="4019184220" sldId="256"/>
            <ac:spMk id="575" creationId="{1D70766B-E093-41D6-7B5D-78AD3A44CBEB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581" creationId="{766E928D-796F-94CC-102E-9ADBFB6104C5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584" creationId="{BC991A6C-1862-9B8C-F185-6A249327683B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592" creationId="{C8999458-E010-FE6F-853F-2BB733374798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601" creationId="{42B3CC2D-B6D3-52D9-7595-DB58C8C28D86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606" creationId="{F52560D0-07A3-E64A-1136-366E178B162B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610" creationId="{4B70B0A2-37EC-76AE-48C2-71EC88C6CA80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615" creationId="{66831A08-3F5A-A030-9B0D-4C5D3AE65AA6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617" creationId="{44DA8344-1E44-E709-7904-2119D96EE3F3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618" creationId="{CE91B797-92CF-6F00-B28B-63343575C533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4:41.885" v="17"/>
          <ac:spMkLst>
            <pc:docMk/>
            <pc:sldMk cId="4019184220" sldId="256"/>
            <ac:spMk id="619" creationId="{E7108208-018C-5851-9D73-A1F1D67AEDA9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21" creationId="{AADF2B34-B2BE-583E-5DF8-5E59D020151C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22" creationId="{9830495D-7572-FF07-7ABD-830F105D3118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24" creationId="{15B10F70-EC1A-1E58-BACE-B4599E580FA8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27" creationId="{F6772448-36B7-1CEA-90C8-23DC911C2411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29" creationId="{814BDA77-BB1C-0A5D-882F-96BE00F9D8BE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36" creationId="{67DEEC21-94FF-9E4D-622C-C447672894F8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38" creationId="{1EDC7FFA-A3AD-ED5C-D358-3EEAB624E068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45" creationId="{F7D71250-73CB-9367-A2DF-2C9F13257983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58" creationId="{2456A3CB-04BD-0D26-D2AB-3789D017307B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18.964" v="18"/>
          <ac:spMkLst>
            <pc:docMk/>
            <pc:sldMk cId="4019184220" sldId="256"/>
            <ac:spMk id="659" creationId="{AA8F613A-0704-4407-8941-6AF1317443BD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61" creationId="{2879E5B0-91F5-01E7-02F2-F1BC0F1F8294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66" creationId="{BC6BEBF5-6CA4-1083-5FA3-E6410D6090D1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69" creationId="{0B127A39-DD8B-4DCC-5F5C-DA7B3DBC3F65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78" creationId="{C8A78C1B-4336-A040-79A9-92A88A6F646A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79" creationId="{A874E70E-FDB8-9D64-0620-2B3FD7512ED7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82" creationId="{AD7E6B4F-9E2D-9485-C5A0-5904C0D86508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85" creationId="{213D7EF4-1FE1-73C2-2DB8-53C46530A875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88" creationId="{75F121EA-4817-988C-513D-32978E6CD6B4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90" creationId="{BF6A2EAB-9E68-8EAD-C992-F0B69FAAAA23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26.974" v="19"/>
          <ac:spMkLst>
            <pc:docMk/>
            <pc:sldMk cId="4019184220" sldId="256"/>
            <ac:spMk id="693" creationId="{A9285D34-48E6-8FB2-D9CA-898E930C19E4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02" creationId="{04909DBB-8F13-E9B9-1703-475F9F9045F7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04" creationId="{C82F2890-D51C-1615-C84E-8120E180D20D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09" creationId="{76391538-CB49-33A8-EA6A-BC1EAB025696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16" creationId="{BDE164E4-C947-7979-5CAC-5F49AC969BE0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20" creationId="{4DCCAC6D-FCC7-D040-BC29-990BAE4A69CF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23" creationId="{2191B5F1-040F-8DE2-1616-47DD9C47E9F1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24" creationId="{CBC7818C-2047-1DA9-E03A-33608A0581F8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25" creationId="{1BAB1626-CBF6-B2B4-4F71-169753C3949D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31" creationId="{89B8351F-9D16-884C-649D-9F0038611DDF}"/>
          </ac:spMkLst>
        </pc:spChg>
        <pc:spChg chg="add mod">
          <ac:chgData name="Varghese, Johnson (J.Varghese@yokogawa.com)" userId="86a31ed3-e83e-40b8-8a56-bee9688a40ed" providerId="ADAL" clId="{1179EA37-87EE-4EFE-A93A-166D45CF1876}" dt="2026-09-06T23:35:34.555" v="20"/>
          <ac:spMkLst>
            <pc:docMk/>
            <pc:sldMk cId="4019184220" sldId="256"/>
            <ac:spMk id="737" creationId="{52A50DF3-8FEF-2001-BD18-117817C122C8}"/>
          </ac:spMkLst>
        </pc:spChg>
        <pc:grpChg chg="mod">
          <ac:chgData name="Varghese, Johnson (J.Varghese@yokogawa.com)" userId="86a31ed3-e83e-40b8-8a56-bee9688a40ed" providerId="ADAL" clId="{1179EA37-87EE-4EFE-A93A-166D45CF1876}" dt="2026-09-06T23:31:35.780" v="4" actId="164"/>
          <ac:grpSpMkLst>
            <pc:docMk/>
            <pc:sldMk cId="4019184220" sldId="256"/>
            <ac:grpSpMk id="115" creationId="{B44F0D3B-4CDF-288D-58F1-EA395377AD78}"/>
          </ac:grpSpMkLst>
        </pc:grpChg>
        <pc:grpChg chg="add mod">
          <ac:chgData name="Varghese, Johnson (J.Varghese@yokogawa.com)" userId="86a31ed3-e83e-40b8-8a56-bee9688a40ed" providerId="ADAL" clId="{1179EA37-87EE-4EFE-A93A-166D45CF1876}" dt="2026-09-06T23:25:21.468" v="3" actId="164"/>
          <ac:grpSpMkLst>
            <pc:docMk/>
            <pc:sldMk cId="4019184220" sldId="256"/>
            <ac:grpSpMk id="398" creationId="{6C290C79-B468-99FC-C943-25BC78C6F9D4}"/>
          </ac:grpSpMkLst>
        </pc:grpChg>
        <pc:grpChg chg="add mod">
          <ac:chgData name="Varghese, Johnson (J.Varghese@yokogawa.com)" userId="86a31ed3-e83e-40b8-8a56-bee9688a40ed" providerId="ADAL" clId="{1179EA37-87EE-4EFE-A93A-166D45CF1876}" dt="2026-09-06T23:31:35.780" v="4" actId="164"/>
          <ac:grpSpMkLst>
            <pc:docMk/>
            <pc:sldMk cId="4019184220" sldId="256"/>
            <ac:grpSpMk id="410" creationId="{CD86A9C0-6309-F0E1-4C6D-E6A4BE45B50D}"/>
          </ac:grpSpMkLst>
        </pc:grpChg>
        <pc:grpChg chg="mod">
          <ac:chgData name="Varghese, Johnson (J.Varghese@yokogawa.com)" userId="86a31ed3-e83e-40b8-8a56-bee9688a40ed" providerId="ADAL" clId="{1179EA37-87EE-4EFE-A93A-166D45CF1876}" dt="2026-09-06T23:33:53.800" v="12" actId="338"/>
          <ac:grpSpMkLst>
            <pc:docMk/>
            <pc:sldMk cId="4019184220" sldId="256"/>
            <ac:grpSpMk id="412" creationId="{50034269-789C-7428-C7A3-D32BE369DB53}"/>
          </ac:grpSpMkLst>
        </pc:grpChg>
        <pc:grpChg chg="add mod">
          <ac:chgData name="Varghese, Johnson (J.Varghese@yokogawa.com)" userId="86a31ed3-e83e-40b8-8a56-bee9688a40ed" providerId="ADAL" clId="{1179EA37-87EE-4EFE-A93A-166D45CF1876}" dt="2026-09-06T23:33:53.800" v="12" actId="338"/>
          <ac:grpSpMkLst>
            <pc:docMk/>
            <pc:sldMk cId="4019184220" sldId="256"/>
            <ac:grpSpMk id="579" creationId="{AC81B6E3-00F9-469F-FFF7-9015626AD151}"/>
          </ac:grpSpMkLst>
        </pc:grpChg>
        <pc:picChg chg="mod">
          <ac:chgData name="Varghese, Johnson (J.Varghese@yokogawa.com)" userId="86a31ed3-e83e-40b8-8a56-bee9688a40ed" providerId="ADAL" clId="{1179EA37-87EE-4EFE-A93A-166D45CF1876}" dt="2026-09-06T23:25:21.468" v="3" actId="164"/>
          <ac:picMkLst>
            <pc:docMk/>
            <pc:sldMk cId="4019184220" sldId="256"/>
            <ac:picMk id="365" creationId="{0A79EB46-0DF5-611D-9F42-111462247178}"/>
          </ac:picMkLst>
        </pc:picChg>
        <pc:picChg chg="mod">
          <ac:chgData name="Varghese, Johnson (J.Varghese@yokogawa.com)" userId="86a31ed3-e83e-40b8-8a56-bee9688a40ed" providerId="ADAL" clId="{1179EA37-87EE-4EFE-A93A-166D45CF1876}" dt="2026-09-06T23:25:21.468" v="3" actId="164"/>
          <ac:picMkLst>
            <pc:docMk/>
            <pc:sldMk cId="4019184220" sldId="256"/>
            <ac:picMk id="367" creationId="{1EAA8719-A0F7-5D4E-433A-69A0CC1AEDB2}"/>
          </ac:picMkLst>
        </pc:picChg>
        <pc:picChg chg="mod">
          <ac:chgData name="Varghese, Johnson (J.Varghese@yokogawa.com)" userId="86a31ed3-e83e-40b8-8a56-bee9688a40ed" providerId="ADAL" clId="{1179EA37-87EE-4EFE-A93A-166D45CF1876}" dt="2026-09-06T23:25:21.468" v="3" actId="164"/>
          <ac:picMkLst>
            <pc:docMk/>
            <pc:sldMk cId="4019184220" sldId="256"/>
            <ac:picMk id="369" creationId="{6EA2934D-B814-FB60-2D2A-DEA3C6B70E3E}"/>
          </ac:picMkLst>
        </pc:picChg>
        <pc:picChg chg="mod">
          <ac:chgData name="Varghese, Johnson (J.Varghese@yokogawa.com)" userId="86a31ed3-e83e-40b8-8a56-bee9688a40ed" providerId="ADAL" clId="{1179EA37-87EE-4EFE-A93A-166D45CF1876}" dt="2026-09-06T23:25:21.468" v="3" actId="164"/>
          <ac:picMkLst>
            <pc:docMk/>
            <pc:sldMk cId="4019184220" sldId="256"/>
            <ac:picMk id="371" creationId="{F36E659A-4568-50EC-5693-A5415FA85EE7}"/>
          </ac:picMkLst>
        </pc:picChg>
        <pc:picChg chg="mod">
          <ac:chgData name="Varghese, Johnson (J.Varghese@yokogawa.com)" userId="86a31ed3-e83e-40b8-8a56-bee9688a40ed" providerId="ADAL" clId="{1179EA37-87EE-4EFE-A93A-166D45CF1876}" dt="2026-09-06T23:25:21.468" v="3" actId="164"/>
          <ac:picMkLst>
            <pc:docMk/>
            <pc:sldMk cId="4019184220" sldId="256"/>
            <ac:picMk id="373" creationId="{343F52CB-6945-940A-367F-29C1749AB5A2}"/>
          </ac:picMkLst>
        </pc:picChg>
        <pc:picChg chg="mod">
          <ac:chgData name="Varghese, Johnson (J.Varghese@yokogawa.com)" userId="86a31ed3-e83e-40b8-8a56-bee9688a40ed" providerId="ADAL" clId="{1179EA37-87EE-4EFE-A93A-166D45CF1876}" dt="2026-09-06T23:25:21.468" v="3" actId="164"/>
          <ac:picMkLst>
            <pc:docMk/>
            <pc:sldMk cId="4019184220" sldId="256"/>
            <ac:picMk id="375" creationId="{A90B1278-3CA7-2D29-F81A-774E3E17AD1E}"/>
          </ac:picMkLst>
        </pc:picChg>
        <pc:picChg chg="mod">
          <ac:chgData name="Varghese, Johnson (J.Varghese@yokogawa.com)" userId="86a31ed3-e83e-40b8-8a56-bee9688a40ed" providerId="ADAL" clId="{1179EA37-87EE-4EFE-A93A-166D45CF1876}" dt="2026-09-06T23:25:21.468" v="3" actId="164"/>
          <ac:picMkLst>
            <pc:docMk/>
            <pc:sldMk cId="4019184220" sldId="256"/>
            <ac:picMk id="377" creationId="{A66D95C0-AF26-19EF-F4FB-114C2644306B}"/>
          </ac:picMkLst>
        </pc:picChg>
        <pc:picChg chg="mod">
          <ac:chgData name="Varghese, Johnson (J.Varghese@yokogawa.com)" userId="86a31ed3-e83e-40b8-8a56-bee9688a40ed" providerId="ADAL" clId="{1179EA37-87EE-4EFE-A93A-166D45CF1876}" dt="2026-09-06T23:25:21.468" v="3" actId="164"/>
          <ac:picMkLst>
            <pc:docMk/>
            <pc:sldMk cId="4019184220" sldId="256"/>
            <ac:picMk id="379" creationId="{E8AE5ADB-B13D-52B7-2CE3-FFDEDB7689FE}"/>
          </ac:picMkLst>
        </pc:picChg>
        <pc:cxnChg chg="add mod">
          <ac:chgData name="Varghese, Johnson (J.Varghese@yokogawa.com)" userId="86a31ed3-e83e-40b8-8a56-bee9688a40ed" providerId="ADAL" clId="{1179EA37-87EE-4EFE-A93A-166D45CF1876}" dt="2026-09-06T23:20:23.898" v="0"/>
          <ac:cxnSpMkLst>
            <pc:docMk/>
            <pc:sldMk cId="4019184220" sldId="256"/>
            <ac:cxnSpMk id="391" creationId="{21FC2EF9-E347-C9E4-4A8F-697899D821CE}"/>
          </ac:cxnSpMkLst>
        </pc:cxnChg>
      </pc:sldChg>
      <pc:sldChg chg="add">
        <pc:chgData name="Varghese, Johnson (J.Varghese@yokogawa.com)" userId="86a31ed3-e83e-40b8-8a56-bee9688a40ed" providerId="ADAL" clId="{1179EA37-87EE-4EFE-A93A-166D45CF1876}" dt="2026-09-06T23:22:17.198" v="1"/>
        <pc:sldMkLst>
          <pc:docMk/>
          <pc:sldMk cId="2559710523" sldId="257"/>
        </pc:sldMkLst>
      </pc:sldChg>
      <pc:sldChg chg="addSp modSp add">
        <pc:chgData name="Varghese, Johnson (J.Varghese@yokogawa.com)" userId="86a31ed3-e83e-40b8-8a56-bee9688a40ed" providerId="ADAL" clId="{1179EA37-87EE-4EFE-A93A-166D45CF1876}" dt="2026-09-06T23:43:33.344" v="23"/>
        <pc:sldMkLst>
          <pc:docMk/>
          <pc:sldMk cId="3262532089" sldId="258"/>
        </pc:sldMkLst>
        <pc:spChg chg="add mod">
          <ac:chgData name="Varghese, Johnson (J.Varghese@yokogawa.com)" userId="86a31ed3-e83e-40b8-8a56-bee9688a40ed" providerId="ADAL" clId="{1179EA37-87EE-4EFE-A93A-166D45CF1876}" dt="2026-09-06T23:39:22.990" v="22"/>
          <ac:spMkLst>
            <pc:docMk/>
            <pc:sldMk cId="3262532089" sldId="258"/>
            <ac:spMk id="3" creationId="{2708EC4C-A462-7DE6-2775-E8A99FECBC75}"/>
          </ac:spMkLst>
        </pc:spChg>
        <pc:picChg chg="add mod">
          <ac:chgData name="Varghese, Johnson (J.Varghese@yokogawa.com)" userId="86a31ed3-e83e-40b8-8a56-bee9688a40ed" providerId="ADAL" clId="{1179EA37-87EE-4EFE-A93A-166D45CF1876}" dt="2026-09-06T23:43:33.344" v="23"/>
          <ac:picMkLst>
            <pc:docMk/>
            <pc:sldMk cId="3262532089" sldId="258"/>
            <ac:picMk id="62" creationId="{E3E1CA89-4230-B5C3-4DDA-297280878368}"/>
          </ac:picMkLst>
        </pc:picChg>
        <pc:picChg chg="add mod">
          <ac:chgData name="Varghese, Johnson (J.Varghese@yokogawa.com)" userId="86a31ed3-e83e-40b8-8a56-bee9688a40ed" providerId="ADAL" clId="{1179EA37-87EE-4EFE-A93A-166D45CF1876}" dt="2026-09-06T23:43:33.344" v="23"/>
          <ac:picMkLst>
            <pc:docMk/>
            <pc:sldMk cId="3262532089" sldId="258"/>
            <ac:picMk id="66" creationId="{271CD1F8-40ED-7AF6-8FE3-4C42D159DB3F}"/>
          </ac:picMkLst>
        </pc:picChg>
        <pc:cxnChg chg="add mod">
          <ac:chgData name="Varghese, Johnson (J.Varghese@yokogawa.com)" userId="86a31ed3-e83e-40b8-8a56-bee9688a40ed" providerId="ADAL" clId="{1179EA37-87EE-4EFE-A93A-166D45CF1876}" dt="2026-09-06T23:39:22.990" v="22"/>
          <ac:cxnSpMkLst>
            <pc:docMk/>
            <pc:sldMk cId="3262532089" sldId="258"/>
            <ac:cxnSpMk id="2" creationId="{8A6C74DF-3978-7D8C-6127-F2A6A90FA697}"/>
          </ac:cxnSpMkLst>
        </pc:cxnChg>
        <pc:cxnChg chg="add mod">
          <ac:chgData name="Varghese, Johnson (J.Varghese@yokogawa.com)" userId="86a31ed3-e83e-40b8-8a56-bee9688a40ed" providerId="ADAL" clId="{1179EA37-87EE-4EFE-A93A-166D45CF1876}" dt="2026-09-06T23:43:33.344" v="23"/>
          <ac:cxnSpMkLst>
            <pc:docMk/>
            <pc:sldMk cId="3262532089" sldId="258"/>
            <ac:cxnSpMk id="60" creationId="{7BCD9E1D-FCDE-2B6E-D3AE-F35377B977E6}"/>
          </ac:cxnSpMkLst>
        </pc:cxnChg>
        <pc:cxnChg chg="add mod">
          <ac:chgData name="Varghese, Johnson (J.Varghese@yokogawa.com)" userId="86a31ed3-e83e-40b8-8a56-bee9688a40ed" providerId="ADAL" clId="{1179EA37-87EE-4EFE-A93A-166D45CF1876}" dt="2026-09-06T23:43:33.344" v="23"/>
          <ac:cxnSpMkLst>
            <pc:docMk/>
            <pc:sldMk cId="3262532089" sldId="258"/>
            <ac:cxnSpMk id="64" creationId="{34C43A19-E555-8A0C-ECCC-16DD85FF7F7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DA64-0974-93D1-19C7-336DE7379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F213B-E4E8-F699-350A-33F39E44C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0254-8C0D-1C3F-EA7A-EF89F326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1E2EE-0C08-9FA2-9E7C-A919DC03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09626-490A-BB64-F3AD-71A566AD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6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6F20C-4599-F575-6BE3-649EFF52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02B8-E738-4D91-F7FC-A75ACA59E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E918F-B6E3-F642-0462-8DF17282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68115-C414-16B1-207A-B674D7BDD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E7968-AA21-7DD9-30BE-6F6D72FB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6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6B6D-6DE6-26B7-2260-E7146854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5DDB5-7249-A6CC-6D82-74E588090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B4867-FD7F-7E2F-17CD-E03DDF82A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98BBC-2CAB-5243-FA5F-EBC6039B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05C7C-7A71-5D08-6604-E9AF42EB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1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9214-FA9F-06E5-2E47-4588AC15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8403C-16B7-66F7-4C28-F20DCB7C3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23025-5B64-F91D-B903-E8405366B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2437E-45D4-2ED4-32DA-1DABEF7B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81429-8ACC-EA77-BF58-041B56CE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43AF7-30C5-CF78-54EE-59196049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4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1146-6A6D-3143-B796-04B206E04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B58F6-99CD-3F41-8688-A52F85E58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859BD-FBD5-4BC1-B1E1-74450487F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FE16B-920E-1708-25B3-849645194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75BC5-3B3D-61C3-0983-F1B5B2FD1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0860B-170C-9DFC-9996-91D1E01D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6AB52B-14D0-94EF-CBE7-5FD3FB65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98640-1533-6EDC-8295-DAB09BB7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2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1E10-3C7F-F025-9090-7A6CC587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F7E3C-69B4-2A6C-5156-5E81D065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27400-000C-FDE1-64FF-F33090F1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8D4E4D-B5E9-BF80-8444-B5FA6E22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5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EE4EBB-8A91-7230-CBD0-8B60B975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D7D60-1C5C-2734-3FF4-2D7FA7596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ADF1B-37FB-227F-6925-4A0FE333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52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64E0-AE0B-4070-24BE-462AA8AF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EA043-81F8-6DF6-CE94-A93719F64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DFCD0-9015-6021-55F5-47FACE070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9476C-0346-A7E4-16A6-3B071041D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E91A3-4E42-FB3D-A2C2-726A30007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6EAFB-1872-F05C-A331-5834E68C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1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64BB-25D0-9D66-497A-45CA883D8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DE421-8DBA-274F-73FA-4AA14680A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C4809-D2E7-2AC4-73F6-01C39169F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A5C81-7CA1-14C5-6F2C-D9BFDEDF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FDC5C-F61F-2AC0-7BFC-8F7ADCD4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5186E-4576-B3B3-37D0-3CA3CE28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8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DED0-FA9C-6E1F-17AB-2D7C158D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3196D-0CC8-B721-2DF9-2F1980C3A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B2C60-C08D-4CFA-FA5E-6113E20B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E0649-2532-9F4A-2DD7-4790B15C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E3832-1A49-4BDC-B2FF-377962EE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5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77F4EA-DEA4-BE52-E87B-837EE3B3A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898A9-B235-26B9-8721-F7FB58551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5375B-353D-A354-E478-2CB3204E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D7900-E58E-3AD3-3D82-52BA68A82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1CC07-DD77-6775-CF95-09DB0943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B189D-8A86-4043-A59F-AA0BB971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07668-0A5F-22AA-6C10-98E7EEAB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48A5C-C876-4056-9C6A-FB629580F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B5591-DA3F-48F5-B72E-9033DAE8468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186CC-F295-210A-D8BD-9871B4A3E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471A6-CA37-7D3C-3471-DF8E25854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5D216-D7D3-431E-B052-79EC3BFC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3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 657">
            <a:extLst>
              <a:ext uri="{FF2B5EF4-FFF2-40B4-BE49-F238E27FC236}">
                <a16:creationId xmlns:a16="http://schemas.microsoft.com/office/drawing/2014/main" id="{2456A3CB-04BD-0D26-D2AB-3789D017307B}"/>
              </a:ext>
            </a:extLst>
          </p:cNvPr>
          <p:cNvSpPr/>
          <p:nvPr/>
        </p:nvSpPr>
        <p:spPr>
          <a:xfrm>
            <a:off x="170489" y="3931226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C942B3A6-7A60-CECF-D36D-ACD5615ED73D}"/>
              </a:ext>
            </a:extLst>
          </p:cNvPr>
          <p:cNvSpPr/>
          <p:nvPr/>
        </p:nvSpPr>
        <p:spPr>
          <a:xfrm>
            <a:off x="8416266" y="3927824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CE91B797-92CF-6F00-B28B-63343575C533}"/>
              </a:ext>
            </a:extLst>
          </p:cNvPr>
          <p:cNvSpPr/>
          <p:nvPr/>
        </p:nvSpPr>
        <p:spPr>
          <a:xfrm>
            <a:off x="8401882" y="174931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73F0BC31-EAE2-3B09-F217-ADA14A3AF79F}"/>
              </a:ext>
            </a:extLst>
          </p:cNvPr>
          <p:cNvSpPr/>
          <p:nvPr/>
        </p:nvSpPr>
        <p:spPr>
          <a:xfrm>
            <a:off x="4304907" y="2183229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3368D5A9-AEAC-5669-2432-CA36E14C2354}"/>
              </a:ext>
            </a:extLst>
          </p:cNvPr>
          <p:cNvSpPr/>
          <p:nvPr/>
        </p:nvSpPr>
        <p:spPr>
          <a:xfrm rot="16200000" flipH="1">
            <a:off x="1610903" y="-1750053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3F1C7D18-E84C-57B0-6516-74D5E3C67449}"/>
              </a:ext>
            </a:extLst>
          </p:cNvPr>
          <p:cNvSpPr/>
          <p:nvPr/>
        </p:nvSpPr>
        <p:spPr>
          <a:xfrm rot="5400000">
            <a:off x="-1503228" y="-1833531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3FE54-B286-7447-94BF-9F34D7B6EAE6}"/>
              </a:ext>
            </a:extLst>
          </p:cNvPr>
          <p:cNvSpPr txBox="1"/>
          <p:nvPr/>
        </p:nvSpPr>
        <p:spPr>
          <a:xfrm>
            <a:off x="1781462" y="2590114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5194F-42AB-1BA7-FEA4-3ECDBB388425}"/>
              </a:ext>
            </a:extLst>
          </p:cNvPr>
          <p:cNvSpPr txBox="1"/>
          <p:nvPr/>
        </p:nvSpPr>
        <p:spPr>
          <a:xfrm>
            <a:off x="1765702" y="112850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29EEE-68F7-AAA2-4A3C-7AD83B04506E}"/>
              </a:ext>
            </a:extLst>
          </p:cNvPr>
          <p:cNvSpPr txBox="1"/>
          <p:nvPr/>
        </p:nvSpPr>
        <p:spPr>
          <a:xfrm>
            <a:off x="3407535" y="1493932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4AE33-D45A-E319-F24A-D9334CBCCDB5}"/>
              </a:ext>
            </a:extLst>
          </p:cNvPr>
          <p:cNvSpPr txBox="1"/>
          <p:nvPr/>
        </p:nvSpPr>
        <p:spPr>
          <a:xfrm>
            <a:off x="130727" y="1506790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0AD66F37-4163-5123-89CC-F1CD33E35EFE}"/>
              </a:ext>
            </a:extLst>
          </p:cNvPr>
          <p:cNvSpPr/>
          <p:nvPr/>
        </p:nvSpPr>
        <p:spPr>
          <a:xfrm>
            <a:off x="1781754" y="479615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9706D885-0B35-4ECB-3834-A24736DD9CC9}"/>
              </a:ext>
            </a:extLst>
          </p:cNvPr>
          <p:cNvSpPr/>
          <p:nvPr/>
        </p:nvSpPr>
        <p:spPr>
          <a:xfrm>
            <a:off x="1781754" y="22531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4AD62B9F-56A7-6731-10CD-276548D12A5B}"/>
              </a:ext>
            </a:extLst>
          </p:cNvPr>
          <p:cNvSpPr/>
          <p:nvPr/>
        </p:nvSpPr>
        <p:spPr>
          <a:xfrm>
            <a:off x="2114704" y="22531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059E03CD-B115-40E5-CEB5-9AE422588872}"/>
              </a:ext>
            </a:extLst>
          </p:cNvPr>
          <p:cNvSpPr/>
          <p:nvPr/>
        </p:nvSpPr>
        <p:spPr>
          <a:xfrm>
            <a:off x="1448805" y="22531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BAD4B269-05A7-884D-0ED6-8B53F834746D}"/>
              </a:ext>
            </a:extLst>
          </p:cNvPr>
          <p:cNvSpPr/>
          <p:nvPr/>
        </p:nvSpPr>
        <p:spPr>
          <a:xfrm>
            <a:off x="-1608063" y="1030855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2E4A7EFA-8C7A-77EE-3625-699D36D61437}"/>
              </a:ext>
            </a:extLst>
          </p:cNvPr>
          <p:cNvSpPr/>
          <p:nvPr/>
        </p:nvSpPr>
        <p:spPr>
          <a:xfrm>
            <a:off x="-388649" y="2315557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C1D11CB0-FB11-A784-10EE-8FFFBCB8F4C4}"/>
              </a:ext>
            </a:extLst>
          </p:cNvPr>
          <p:cNvSpPr/>
          <p:nvPr/>
        </p:nvSpPr>
        <p:spPr>
          <a:xfrm flipH="1">
            <a:off x="1193863" y="1038299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7C60E07D-44D4-C59C-7E52-D4588BBE9B3C}"/>
              </a:ext>
            </a:extLst>
          </p:cNvPr>
          <p:cNvSpPr/>
          <p:nvPr/>
        </p:nvSpPr>
        <p:spPr>
          <a:xfrm flipH="1">
            <a:off x="2541047" y="2293882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D0698DF-F234-57D2-859C-9D8C30871443}"/>
              </a:ext>
            </a:extLst>
          </p:cNvPr>
          <p:cNvCxnSpPr/>
          <p:nvPr/>
        </p:nvCxnSpPr>
        <p:spPr>
          <a:xfrm flipV="1">
            <a:off x="1193863" y="472104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5480965-06AD-0B58-DCE7-A7B7269AB83F}"/>
              </a:ext>
            </a:extLst>
          </p:cNvPr>
          <p:cNvCxnSpPr/>
          <p:nvPr/>
        </p:nvCxnSpPr>
        <p:spPr>
          <a:xfrm flipV="1">
            <a:off x="2645860" y="472104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51315E0E-02C0-EF6F-DE2D-EB731308DFEE}"/>
              </a:ext>
            </a:extLst>
          </p:cNvPr>
          <p:cNvSpPr/>
          <p:nvPr/>
        </p:nvSpPr>
        <p:spPr>
          <a:xfrm rot="6478505">
            <a:off x="-207980" y="-404644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8B41B83A-7BD9-2933-B902-5924056D4C0A}"/>
              </a:ext>
            </a:extLst>
          </p:cNvPr>
          <p:cNvSpPr/>
          <p:nvPr/>
        </p:nvSpPr>
        <p:spPr>
          <a:xfrm rot="11664667">
            <a:off x="2579773" y="-209243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8A6E686-DB3D-DD94-BEA0-819CE4A36D51}"/>
              </a:ext>
            </a:extLst>
          </p:cNvPr>
          <p:cNvSpPr/>
          <p:nvPr/>
        </p:nvSpPr>
        <p:spPr>
          <a:xfrm>
            <a:off x="2117184" y="48333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F88064BC-5513-1667-CBAD-565A5DE174EE}"/>
              </a:ext>
            </a:extLst>
          </p:cNvPr>
          <p:cNvSpPr/>
          <p:nvPr/>
        </p:nvSpPr>
        <p:spPr>
          <a:xfrm>
            <a:off x="1451285" y="48333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4C4AAD1F-6FB9-EF49-3C14-E8F9CF51070C}"/>
              </a:ext>
            </a:extLst>
          </p:cNvPr>
          <p:cNvSpPr/>
          <p:nvPr/>
        </p:nvSpPr>
        <p:spPr>
          <a:xfrm>
            <a:off x="3064476" y="187043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6E26A063-7F9A-D965-22B4-74C7E49B9710}"/>
              </a:ext>
            </a:extLst>
          </p:cNvPr>
          <p:cNvSpPr/>
          <p:nvPr/>
        </p:nvSpPr>
        <p:spPr>
          <a:xfrm>
            <a:off x="3063083" y="151694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7434BC3E-C20D-2E97-3979-E7A6437338B0}"/>
              </a:ext>
            </a:extLst>
          </p:cNvPr>
          <p:cNvSpPr/>
          <p:nvPr/>
        </p:nvSpPr>
        <p:spPr>
          <a:xfrm>
            <a:off x="3073617" y="115812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F89E3695-FB94-1F9D-4834-099FE9288FE4}"/>
              </a:ext>
            </a:extLst>
          </p:cNvPr>
          <p:cNvSpPr/>
          <p:nvPr/>
        </p:nvSpPr>
        <p:spPr>
          <a:xfrm>
            <a:off x="518899" y="187043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06B666D3-B480-D5D6-EA83-326979A200CC}"/>
              </a:ext>
            </a:extLst>
          </p:cNvPr>
          <p:cNvSpPr/>
          <p:nvPr/>
        </p:nvSpPr>
        <p:spPr>
          <a:xfrm>
            <a:off x="517505" y="151694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4460183-0E67-45B3-2587-9DE1CF496B9D}"/>
              </a:ext>
            </a:extLst>
          </p:cNvPr>
          <p:cNvSpPr/>
          <p:nvPr/>
        </p:nvSpPr>
        <p:spPr>
          <a:xfrm>
            <a:off x="528040" y="115812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Left 54">
            <a:extLst>
              <a:ext uri="{FF2B5EF4-FFF2-40B4-BE49-F238E27FC236}">
                <a16:creationId xmlns:a16="http://schemas.microsoft.com/office/drawing/2014/main" id="{B0740272-A551-0EFC-8419-6A7004F34594}"/>
              </a:ext>
            </a:extLst>
          </p:cNvPr>
          <p:cNvSpPr/>
          <p:nvPr/>
        </p:nvSpPr>
        <p:spPr>
          <a:xfrm>
            <a:off x="1507341" y="232460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Left 56">
            <a:extLst>
              <a:ext uri="{FF2B5EF4-FFF2-40B4-BE49-F238E27FC236}">
                <a16:creationId xmlns:a16="http://schemas.microsoft.com/office/drawing/2014/main" id="{8853BF6A-D186-2457-5DF3-976E4903A724}"/>
              </a:ext>
            </a:extLst>
          </p:cNvPr>
          <p:cNvSpPr/>
          <p:nvPr/>
        </p:nvSpPr>
        <p:spPr>
          <a:xfrm rot="10800000">
            <a:off x="2199978" y="23246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Left 58">
            <a:extLst>
              <a:ext uri="{FF2B5EF4-FFF2-40B4-BE49-F238E27FC236}">
                <a16:creationId xmlns:a16="http://schemas.microsoft.com/office/drawing/2014/main" id="{3697F25D-68F0-D009-4DC9-7ABA7A06AC3D}"/>
              </a:ext>
            </a:extLst>
          </p:cNvPr>
          <p:cNvSpPr/>
          <p:nvPr/>
        </p:nvSpPr>
        <p:spPr>
          <a:xfrm rot="10800000">
            <a:off x="2195003" y="55483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Left 60">
            <a:extLst>
              <a:ext uri="{FF2B5EF4-FFF2-40B4-BE49-F238E27FC236}">
                <a16:creationId xmlns:a16="http://schemas.microsoft.com/office/drawing/2014/main" id="{6F92865E-E05B-9D52-CE36-BE884CCDD782}"/>
              </a:ext>
            </a:extLst>
          </p:cNvPr>
          <p:cNvSpPr/>
          <p:nvPr/>
        </p:nvSpPr>
        <p:spPr>
          <a:xfrm>
            <a:off x="1508686" y="55483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Left 62">
            <a:extLst>
              <a:ext uri="{FF2B5EF4-FFF2-40B4-BE49-F238E27FC236}">
                <a16:creationId xmlns:a16="http://schemas.microsoft.com/office/drawing/2014/main" id="{F0B2B73A-374D-BD93-F531-1F157E8C66CB}"/>
              </a:ext>
            </a:extLst>
          </p:cNvPr>
          <p:cNvSpPr/>
          <p:nvPr/>
        </p:nvSpPr>
        <p:spPr>
          <a:xfrm rot="5400000">
            <a:off x="588882" y="1232176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Left 64">
            <a:extLst>
              <a:ext uri="{FF2B5EF4-FFF2-40B4-BE49-F238E27FC236}">
                <a16:creationId xmlns:a16="http://schemas.microsoft.com/office/drawing/2014/main" id="{C6A663A5-8147-B824-46BB-D1F436CDA603}"/>
              </a:ext>
            </a:extLst>
          </p:cNvPr>
          <p:cNvSpPr/>
          <p:nvPr/>
        </p:nvSpPr>
        <p:spPr>
          <a:xfrm rot="5400000">
            <a:off x="3128703" y="123435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Left 66">
            <a:extLst>
              <a:ext uri="{FF2B5EF4-FFF2-40B4-BE49-F238E27FC236}">
                <a16:creationId xmlns:a16="http://schemas.microsoft.com/office/drawing/2014/main" id="{6B36575F-EE9B-0FF5-B977-9FB4EF2C6303}"/>
              </a:ext>
            </a:extLst>
          </p:cNvPr>
          <p:cNvSpPr/>
          <p:nvPr/>
        </p:nvSpPr>
        <p:spPr>
          <a:xfrm rot="16200000">
            <a:off x="578349" y="195743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Left 68">
            <a:extLst>
              <a:ext uri="{FF2B5EF4-FFF2-40B4-BE49-F238E27FC236}">
                <a16:creationId xmlns:a16="http://schemas.microsoft.com/office/drawing/2014/main" id="{856F38CD-2E96-24DB-D6E4-33F30D317053}"/>
              </a:ext>
            </a:extLst>
          </p:cNvPr>
          <p:cNvSpPr/>
          <p:nvPr/>
        </p:nvSpPr>
        <p:spPr>
          <a:xfrm rot="16200000">
            <a:off x="3123927" y="196960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Left 72">
            <a:extLst>
              <a:ext uri="{FF2B5EF4-FFF2-40B4-BE49-F238E27FC236}">
                <a16:creationId xmlns:a16="http://schemas.microsoft.com/office/drawing/2014/main" id="{34811F01-10D9-8D2B-43F0-D8238196C7A2}"/>
              </a:ext>
            </a:extLst>
          </p:cNvPr>
          <p:cNvSpPr/>
          <p:nvPr/>
        </p:nvSpPr>
        <p:spPr>
          <a:xfrm rot="16200000">
            <a:off x="1837174" y="56783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row: Left 74">
            <a:extLst>
              <a:ext uri="{FF2B5EF4-FFF2-40B4-BE49-F238E27FC236}">
                <a16:creationId xmlns:a16="http://schemas.microsoft.com/office/drawing/2014/main" id="{D3C62694-CB63-6E52-2910-36148A708F62}"/>
              </a:ext>
            </a:extLst>
          </p:cNvPr>
          <p:cNvSpPr/>
          <p:nvPr/>
        </p:nvSpPr>
        <p:spPr>
          <a:xfrm rot="5400000">
            <a:off x="1837180" y="2332781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Left 78">
            <a:extLst>
              <a:ext uri="{FF2B5EF4-FFF2-40B4-BE49-F238E27FC236}">
                <a16:creationId xmlns:a16="http://schemas.microsoft.com/office/drawing/2014/main" id="{FF4DC2E0-A88D-7FB8-74FD-9A12FD233FEE}"/>
              </a:ext>
            </a:extLst>
          </p:cNvPr>
          <p:cNvSpPr/>
          <p:nvPr/>
        </p:nvSpPr>
        <p:spPr>
          <a:xfrm>
            <a:off x="3132090" y="159626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Left 80">
            <a:extLst>
              <a:ext uri="{FF2B5EF4-FFF2-40B4-BE49-F238E27FC236}">
                <a16:creationId xmlns:a16="http://schemas.microsoft.com/office/drawing/2014/main" id="{F312DB99-DF7F-0F8B-CE2D-E1E4F0EECF68}"/>
              </a:ext>
            </a:extLst>
          </p:cNvPr>
          <p:cNvSpPr/>
          <p:nvPr/>
        </p:nvSpPr>
        <p:spPr>
          <a:xfrm rot="10800000">
            <a:off x="585856" y="158844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F11F0A1B-909F-23D3-F76D-AC0130CCB721}"/>
              </a:ext>
            </a:extLst>
          </p:cNvPr>
          <p:cNvSpPr/>
          <p:nvPr/>
        </p:nvSpPr>
        <p:spPr>
          <a:xfrm>
            <a:off x="151093" y="161260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2200A182-50BC-8202-AC20-E88FF814550C}"/>
              </a:ext>
            </a:extLst>
          </p:cNvPr>
          <p:cNvSpPr/>
          <p:nvPr/>
        </p:nvSpPr>
        <p:spPr>
          <a:xfrm>
            <a:off x="137415" y="-13501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1</a:t>
            </a:r>
          </a:p>
        </p:txBody>
      </p:sp>
      <p:sp>
        <p:nvSpPr>
          <p:cNvPr id="580" name="Arc 579">
            <a:extLst>
              <a:ext uri="{FF2B5EF4-FFF2-40B4-BE49-F238E27FC236}">
                <a16:creationId xmlns:a16="http://schemas.microsoft.com/office/drawing/2014/main" id="{99DF91E4-3DC3-1950-8DDE-F76F36EA2A77}"/>
              </a:ext>
            </a:extLst>
          </p:cNvPr>
          <p:cNvSpPr/>
          <p:nvPr/>
        </p:nvSpPr>
        <p:spPr>
          <a:xfrm rot="16200000" flipH="1">
            <a:off x="9861692" y="-1736382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1" name="Arc 580">
            <a:extLst>
              <a:ext uri="{FF2B5EF4-FFF2-40B4-BE49-F238E27FC236}">
                <a16:creationId xmlns:a16="http://schemas.microsoft.com/office/drawing/2014/main" id="{766E928D-796F-94CC-102E-9ADBFB6104C5}"/>
              </a:ext>
            </a:extLst>
          </p:cNvPr>
          <p:cNvSpPr/>
          <p:nvPr/>
        </p:nvSpPr>
        <p:spPr>
          <a:xfrm rot="5400000">
            <a:off x="6747561" y="-1819860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AC0E8BA4-4009-9A87-7B90-C35A5EC270D3}"/>
              </a:ext>
            </a:extLst>
          </p:cNvPr>
          <p:cNvSpPr txBox="1"/>
          <p:nvPr/>
        </p:nvSpPr>
        <p:spPr>
          <a:xfrm>
            <a:off x="10032251" y="2603785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BCD941A-0A71-92F3-38F1-A03D640D634C}"/>
              </a:ext>
            </a:extLst>
          </p:cNvPr>
          <p:cNvSpPr txBox="1"/>
          <p:nvPr/>
        </p:nvSpPr>
        <p:spPr>
          <a:xfrm>
            <a:off x="10016491" y="126521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C991A6C-1862-9B8C-F185-6A249327683B}"/>
              </a:ext>
            </a:extLst>
          </p:cNvPr>
          <p:cNvSpPr txBox="1"/>
          <p:nvPr/>
        </p:nvSpPr>
        <p:spPr>
          <a:xfrm>
            <a:off x="11658324" y="1507603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709B033F-C02B-F0F5-FD71-9180FADE01B3}"/>
              </a:ext>
            </a:extLst>
          </p:cNvPr>
          <p:cNvSpPr txBox="1"/>
          <p:nvPr/>
        </p:nvSpPr>
        <p:spPr>
          <a:xfrm>
            <a:off x="8381516" y="1520461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586" name="Flowchart: Connector 585">
            <a:extLst>
              <a:ext uri="{FF2B5EF4-FFF2-40B4-BE49-F238E27FC236}">
                <a16:creationId xmlns:a16="http://schemas.microsoft.com/office/drawing/2014/main" id="{B9FD7731-CD54-CA6E-AF84-3F9D44AADFF8}"/>
              </a:ext>
            </a:extLst>
          </p:cNvPr>
          <p:cNvSpPr/>
          <p:nvPr/>
        </p:nvSpPr>
        <p:spPr>
          <a:xfrm>
            <a:off x="10032543" y="493286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Flowchart: Connector 586">
            <a:extLst>
              <a:ext uri="{FF2B5EF4-FFF2-40B4-BE49-F238E27FC236}">
                <a16:creationId xmlns:a16="http://schemas.microsoft.com/office/drawing/2014/main" id="{CA6CF0C6-B859-2DB7-974A-B867BCBE8DA3}"/>
              </a:ext>
            </a:extLst>
          </p:cNvPr>
          <p:cNvSpPr/>
          <p:nvPr/>
        </p:nvSpPr>
        <p:spPr>
          <a:xfrm>
            <a:off x="10032543" y="2266780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Flowchart: Connector 587">
            <a:extLst>
              <a:ext uri="{FF2B5EF4-FFF2-40B4-BE49-F238E27FC236}">
                <a16:creationId xmlns:a16="http://schemas.microsoft.com/office/drawing/2014/main" id="{EBC8A479-0460-0F0A-A77B-6F65A08702B8}"/>
              </a:ext>
            </a:extLst>
          </p:cNvPr>
          <p:cNvSpPr/>
          <p:nvPr/>
        </p:nvSpPr>
        <p:spPr>
          <a:xfrm>
            <a:off x="10365493" y="22667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Flowchart: Connector 588">
            <a:extLst>
              <a:ext uri="{FF2B5EF4-FFF2-40B4-BE49-F238E27FC236}">
                <a16:creationId xmlns:a16="http://schemas.microsoft.com/office/drawing/2014/main" id="{2163AEA0-D825-2D28-8C24-5C637F78C39A}"/>
              </a:ext>
            </a:extLst>
          </p:cNvPr>
          <p:cNvSpPr/>
          <p:nvPr/>
        </p:nvSpPr>
        <p:spPr>
          <a:xfrm>
            <a:off x="9699594" y="22667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Arc 589">
            <a:extLst>
              <a:ext uri="{FF2B5EF4-FFF2-40B4-BE49-F238E27FC236}">
                <a16:creationId xmlns:a16="http://schemas.microsoft.com/office/drawing/2014/main" id="{5438DD3B-C3E2-B3B1-3547-34787003621D}"/>
              </a:ext>
            </a:extLst>
          </p:cNvPr>
          <p:cNvSpPr/>
          <p:nvPr/>
        </p:nvSpPr>
        <p:spPr>
          <a:xfrm>
            <a:off x="6642726" y="1044526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1" name="Arc 590">
            <a:extLst>
              <a:ext uri="{FF2B5EF4-FFF2-40B4-BE49-F238E27FC236}">
                <a16:creationId xmlns:a16="http://schemas.microsoft.com/office/drawing/2014/main" id="{83AB4163-52B9-B25A-2937-717DECD44BF8}"/>
              </a:ext>
            </a:extLst>
          </p:cNvPr>
          <p:cNvSpPr/>
          <p:nvPr/>
        </p:nvSpPr>
        <p:spPr>
          <a:xfrm>
            <a:off x="7862140" y="2329228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Arc 591">
            <a:extLst>
              <a:ext uri="{FF2B5EF4-FFF2-40B4-BE49-F238E27FC236}">
                <a16:creationId xmlns:a16="http://schemas.microsoft.com/office/drawing/2014/main" id="{C8999458-E010-FE6F-853F-2BB733374798}"/>
              </a:ext>
            </a:extLst>
          </p:cNvPr>
          <p:cNvSpPr/>
          <p:nvPr/>
        </p:nvSpPr>
        <p:spPr>
          <a:xfrm flipH="1">
            <a:off x="9444652" y="1051970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" name="Arc 592">
            <a:extLst>
              <a:ext uri="{FF2B5EF4-FFF2-40B4-BE49-F238E27FC236}">
                <a16:creationId xmlns:a16="http://schemas.microsoft.com/office/drawing/2014/main" id="{E5112E3A-FB1B-0D38-C670-5916C342B4A0}"/>
              </a:ext>
            </a:extLst>
          </p:cNvPr>
          <p:cNvSpPr/>
          <p:nvPr/>
        </p:nvSpPr>
        <p:spPr>
          <a:xfrm flipH="1">
            <a:off x="10791836" y="2307553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3CB40570-5192-F259-CDF1-1AB9D6361751}"/>
              </a:ext>
            </a:extLst>
          </p:cNvPr>
          <p:cNvCxnSpPr/>
          <p:nvPr/>
        </p:nvCxnSpPr>
        <p:spPr>
          <a:xfrm flipV="1">
            <a:off x="9444652" y="485775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68430178-D86E-A216-7DAA-29223FB7EA16}"/>
              </a:ext>
            </a:extLst>
          </p:cNvPr>
          <p:cNvCxnSpPr/>
          <p:nvPr/>
        </p:nvCxnSpPr>
        <p:spPr>
          <a:xfrm flipV="1">
            <a:off x="10896649" y="485775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Arc 595">
            <a:extLst>
              <a:ext uri="{FF2B5EF4-FFF2-40B4-BE49-F238E27FC236}">
                <a16:creationId xmlns:a16="http://schemas.microsoft.com/office/drawing/2014/main" id="{A3E782F2-22DA-0EC3-0D3A-F59610D6D2CA}"/>
              </a:ext>
            </a:extLst>
          </p:cNvPr>
          <p:cNvSpPr/>
          <p:nvPr/>
        </p:nvSpPr>
        <p:spPr>
          <a:xfrm rot="6478505">
            <a:off x="8042809" y="-390973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Arc 596">
            <a:extLst>
              <a:ext uri="{FF2B5EF4-FFF2-40B4-BE49-F238E27FC236}">
                <a16:creationId xmlns:a16="http://schemas.microsoft.com/office/drawing/2014/main" id="{48372A63-2EB5-3CE6-8386-D409808E5DEF}"/>
              </a:ext>
            </a:extLst>
          </p:cNvPr>
          <p:cNvSpPr/>
          <p:nvPr/>
        </p:nvSpPr>
        <p:spPr>
          <a:xfrm rot="11664667">
            <a:off x="10830562" y="-195572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Flowchart: Connector 597">
            <a:extLst>
              <a:ext uri="{FF2B5EF4-FFF2-40B4-BE49-F238E27FC236}">
                <a16:creationId xmlns:a16="http://schemas.microsoft.com/office/drawing/2014/main" id="{DA8180F7-F7E6-E3B1-E173-40365B8BD9AF}"/>
              </a:ext>
            </a:extLst>
          </p:cNvPr>
          <p:cNvSpPr/>
          <p:nvPr/>
        </p:nvSpPr>
        <p:spPr>
          <a:xfrm>
            <a:off x="10367973" y="4970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Flowchart: Connector 598">
            <a:extLst>
              <a:ext uri="{FF2B5EF4-FFF2-40B4-BE49-F238E27FC236}">
                <a16:creationId xmlns:a16="http://schemas.microsoft.com/office/drawing/2014/main" id="{C4533DF3-459A-645A-061B-C809170C1D26}"/>
              </a:ext>
            </a:extLst>
          </p:cNvPr>
          <p:cNvSpPr/>
          <p:nvPr/>
        </p:nvSpPr>
        <p:spPr>
          <a:xfrm>
            <a:off x="9702074" y="49700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" name="Flowchart: Connector 599">
            <a:extLst>
              <a:ext uri="{FF2B5EF4-FFF2-40B4-BE49-F238E27FC236}">
                <a16:creationId xmlns:a16="http://schemas.microsoft.com/office/drawing/2014/main" id="{FB655673-A4DD-050C-BEE2-9BBFE7F8165A}"/>
              </a:ext>
            </a:extLst>
          </p:cNvPr>
          <p:cNvSpPr/>
          <p:nvPr/>
        </p:nvSpPr>
        <p:spPr>
          <a:xfrm>
            <a:off x="11315265" y="18841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" name="Flowchart: Connector 600">
            <a:extLst>
              <a:ext uri="{FF2B5EF4-FFF2-40B4-BE49-F238E27FC236}">
                <a16:creationId xmlns:a16="http://schemas.microsoft.com/office/drawing/2014/main" id="{42B3CC2D-B6D3-52D9-7595-DB58C8C28D86}"/>
              </a:ext>
            </a:extLst>
          </p:cNvPr>
          <p:cNvSpPr/>
          <p:nvPr/>
        </p:nvSpPr>
        <p:spPr>
          <a:xfrm>
            <a:off x="11313872" y="153061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Flowchart: Connector 601">
            <a:extLst>
              <a:ext uri="{FF2B5EF4-FFF2-40B4-BE49-F238E27FC236}">
                <a16:creationId xmlns:a16="http://schemas.microsoft.com/office/drawing/2014/main" id="{5CAD75FC-EEE0-3D5A-9AC7-BB09D68086C0}"/>
              </a:ext>
            </a:extLst>
          </p:cNvPr>
          <p:cNvSpPr/>
          <p:nvPr/>
        </p:nvSpPr>
        <p:spPr>
          <a:xfrm>
            <a:off x="11324406" y="117179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" name="Flowchart: Connector 602">
            <a:extLst>
              <a:ext uri="{FF2B5EF4-FFF2-40B4-BE49-F238E27FC236}">
                <a16:creationId xmlns:a16="http://schemas.microsoft.com/office/drawing/2014/main" id="{E1D69A5D-2F3D-DB1B-C25C-489BAE7420BE}"/>
              </a:ext>
            </a:extLst>
          </p:cNvPr>
          <p:cNvSpPr/>
          <p:nvPr/>
        </p:nvSpPr>
        <p:spPr>
          <a:xfrm>
            <a:off x="8769688" y="18841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" name="Flowchart: Connector 603">
            <a:extLst>
              <a:ext uri="{FF2B5EF4-FFF2-40B4-BE49-F238E27FC236}">
                <a16:creationId xmlns:a16="http://schemas.microsoft.com/office/drawing/2014/main" id="{3E900B95-E615-A795-CCBB-467DF12BBF4B}"/>
              </a:ext>
            </a:extLst>
          </p:cNvPr>
          <p:cNvSpPr/>
          <p:nvPr/>
        </p:nvSpPr>
        <p:spPr>
          <a:xfrm>
            <a:off x="8768294" y="153061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" name="Flowchart: Connector 604">
            <a:extLst>
              <a:ext uri="{FF2B5EF4-FFF2-40B4-BE49-F238E27FC236}">
                <a16:creationId xmlns:a16="http://schemas.microsoft.com/office/drawing/2014/main" id="{F2DE6150-67C2-D6BA-F616-4049597B0902}"/>
              </a:ext>
            </a:extLst>
          </p:cNvPr>
          <p:cNvSpPr/>
          <p:nvPr/>
        </p:nvSpPr>
        <p:spPr>
          <a:xfrm>
            <a:off x="8778829" y="117179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Arrow: Left 605">
            <a:extLst>
              <a:ext uri="{FF2B5EF4-FFF2-40B4-BE49-F238E27FC236}">
                <a16:creationId xmlns:a16="http://schemas.microsoft.com/office/drawing/2014/main" id="{F52560D0-07A3-E64A-1136-366E178B162B}"/>
              </a:ext>
            </a:extLst>
          </p:cNvPr>
          <p:cNvSpPr/>
          <p:nvPr/>
        </p:nvSpPr>
        <p:spPr>
          <a:xfrm>
            <a:off x="9758130" y="2338280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7" name="Arrow: Left 606">
            <a:extLst>
              <a:ext uri="{FF2B5EF4-FFF2-40B4-BE49-F238E27FC236}">
                <a16:creationId xmlns:a16="http://schemas.microsoft.com/office/drawing/2014/main" id="{D9603298-4843-6B0E-4C4F-D41B734DE136}"/>
              </a:ext>
            </a:extLst>
          </p:cNvPr>
          <p:cNvSpPr/>
          <p:nvPr/>
        </p:nvSpPr>
        <p:spPr>
          <a:xfrm rot="10800000">
            <a:off x="10450767" y="233827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Arrow: Left 607">
            <a:extLst>
              <a:ext uri="{FF2B5EF4-FFF2-40B4-BE49-F238E27FC236}">
                <a16:creationId xmlns:a16="http://schemas.microsoft.com/office/drawing/2014/main" id="{707E5A13-227E-64D9-3D46-BFCEFB56E9B8}"/>
              </a:ext>
            </a:extLst>
          </p:cNvPr>
          <p:cNvSpPr/>
          <p:nvPr/>
        </p:nvSpPr>
        <p:spPr>
          <a:xfrm rot="10800000">
            <a:off x="10445792" y="5685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Arrow: Left 608">
            <a:extLst>
              <a:ext uri="{FF2B5EF4-FFF2-40B4-BE49-F238E27FC236}">
                <a16:creationId xmlns:a16="http://schemas.microsoft.com/office/drawing/2014/main" id="{FBC89682-980E-36E8-5B0F-E2F7E66400EA}"/>
              </a:ext>
            </a:extLst>
          </p:cNvPr>
          <p:cNvSpPr/>
          <p:nvPr/>
        </p:nvSpPr>
        <p:spPr>
          <a:xfrm>
            <a:off x="9759475" y="5685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Arrow: Left 609">
            <a:extLst>
              <a:ext uri="{FF2B5EF4-FFF2-40B4-BE49-F238E27FC236}">
                <a16:creationId xmlns:a16="http://schemas.microsoft.com/office/drawing/2014/main" id="{4B70B0A2-37EC-76AE-48C2-71EC88C6CA80}"/>
              </a:ext>
            </a:extLst>
          </p:cNvPr>
          <p:cNvSpPr/>
          <p:nvPr/>
        </p:nvSpPr>
        <p:spPr>
          <a:xfrm rot="5400000">
            <a:off x="8839671" y="124584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Arrow: Left 610">
            <a:extLst>
              <a:ext uri="{FF2B5EF4-FFF2-40B4-BE49-F238E27FC236}">
                <a16:creationId xmlns:a16="http://schemas.microsoft.com/office/drawing/2014/main" id="{DBA317F1-634B-F3F8-4C7B-80C25D675670}"/>
              </a:ext>
            </a:extLst>
          </p:cNvPr>
          <p:cNvSpPr/>
          <p:nvPr/>
        </p:nvSpPr>
        <p:spPr>
          <a:xfrm rot="5400000">
            <a:off x="11379492" y="124802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Arrow: Left 611">
            <a:extLst>
              <a:ext uri="{FF2B5EF4-FFF2-40B4-BE49-F238E27FC236}">
                <a16:creationId xmlns:a16="http://schemas.microsoft.com/office/drawing/2014/main" id="{CEEF529F-483A-7CCF-D2A8-5957A1B9D82E}"/>
              </a:ext>
            </a:extLst>
          </p:cNvPr>
          <p:cNvSpPr/>
          <p:nvPr/>
        </p:nvSpPr>
        <p:spPr>
          <a:xfrm rot="16200000">
            <a:off x="8829138" y="197110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Arrow: Left 612">
            <a:extLst>
              <a:ext uri="{FF2B5EF4-FFF2-40B4-BE49-F238E27FC236}">
                <a16:creationId xmlns:a16="http://schemas.microsoft.com/office/drawing/2014/main" id="{FE33468F-0721-E963-156B-B8CF83588B60}"/>
              </a:ext>
            </a:extLst>
          </p:cNvPr>
          <p:cNvSpPr/>
          <p:nvPr/>
        </p:nvSpPr>
        <p:spPr>
          <a:xfrm rot="16200000">
            <a:off x="11374716" y="198327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Arrow: Left 613">
            <a:extLst>
              <a:ext uri="{FF2B5EF4-FFF2-40B4-BE49-F238E27FC236}">
                <a16:creationId xmlns:a16="http://schemas.microsoft.com/office/drawing/2014/main" id="{3E8D7416-3023-C9C6-A720-F5A98D31F1E5}"/>
              </a:ext>
            </a:extLst>
          </p:cNvPr>
          <p:cNvSpPr/>
          <p:nvPr/>
        </p:nvSpPr>
        <p:spPr>
          <a:xfrm rot="16200000">
            <a:off x="10087963" y="58150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Arrow: Left 614">
            <a:extLst>
              <a:ext uri="{FF2B5EF4-FFF2-40B4-BE49-F238E27FC236}">
                <a16:creationId xmlns:a16="http://schemas.microsoft.com/office/drawing/2014/main" id="{66831A08-3F5A-A030-9B0D-4C5D3AE65AA6}"/>
              </a:ext>
            </a:extLst>
          </p:cNvPr>
          <p:cNvSpPr/>
          <p:nvPr/>
        </p:nvSpPr>
        <p:spPr>
          <a:xfrm rot="5400000">
            <a:off x="10087969" y="234645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Arrow: Left 615">
            <a:extLst>
              <a:ext uri="{FF2B5EF4-FFF2-40B4-BE49-F238E27FC236}">
                <a16:creationId xmlns:a16="http://schemas.microsoft.com/office/drawing/2014/main" id="{1E60F316-D098-7AB0-BBA7-0CF7F582838E}"/>
              </a:ext>
            </a:extLst>
          </p:cNvPr>
          <p:cNvSpPr/>
          <p:nvPr/>
        </p:nvSpPr>
        <p:spPr>
          <a:xfrm>
            <a:off x="11382879" y="160993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Arrow: Left 616">
            <a:extLst>
              <a:ext uri="{FF2B5EF4-FFF2-40B4-BE49-F238E27FC236}">
                <a16:creationId xmlns:a16="http://schemas.microsoft.com/office/drawing/2014/main" id="{44DA8344-1E44-E709-7904-2119D96EE3F3}"/>
              </a:ext>
            </a:extLst>
          </p:cNvPr>
          <p:cNvSpPr/>
          <p:nvPr/>
        </p:nvSpPr>
        <p:spPr>
          <a:xfrm rot="10800000">
            <a:off x="8836645" y="160211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E7108208-018C-5851-9D73-A1F1D67AEDA9}"/>
              </a:ext>
            </a:extLst>
          </p:cNvPr>
          <p:cNvSpPr/>
          <p:nvPr/>
        </p:nvSpPr>
        <p:spPr>
          <a:xfrm>
            <a:off x="8388204" y="170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2</a:t>
            </a:r>
          </a:p>
        </p:txBody>
      </p:sp>
      <p:sp>
        <p:nvSpPr>
          <p:cNvPr id="620" name="Arc 619">
            <a:extLst>
              <a:ext uri="{FF2B5EF4-FFF2-40B4-BE49-F238E27FC236}">
                <a16:creationId xmlns:a16="http://schemas.microsoft.com/office/drawing/2014/main" id="{C3F7FC6A-B5B1-9888-90C7-2F1841DA4736}"/>
              </a:ext>
            </a:extLst>
          </p:cNvPr>
          <p:cNvSpPr/>
          <p:nvPr/>
        </p:nvSpPr>
        <p:spPr>
          <a:xfrm rot="16200000" flipH="1">
            <a:off x="1630299" y="2019913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Arc 620">
            <a:extLst>
              <a:ext uri="{FF2B5EF4-FFF2-40B4-BE49-F238E27FC236}">
                <a16:creationId xmlns:a16="http://schemas.microsoft.com/office/drawing/2014/main" id="{AADF2B34-B2BE-583E-5DF8-5E59D020151C}"/>
              </a:ext>
            </a:extLst>
          </p:cNvPr>
          <p:cNvSpPr/>
          <p:nvPr/>
        </p:nvSpPr>
        <p:spPr>
          <a:xfrm rot="5400000">
            <a:off x="-1483832" y="1936435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9830495D-7572-FF07-7ABD-830F105D3118}"/>
              </a:ext>
            </a:extLst>
          </p:cNvPr>
          <p:cNvSpPr txBox="1"/>
          <p:nvPr/>
        </p:nvSpPr>
        <p:spPr>
          <a:xfrm>
            <a:off x="1800858" y="6360080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EA16DD18-B07B-D71F-1ADC-6230402B1F08}"/>
              </a:ext>
            </a:extLst>
          </p:cNvPr>
          <p:cNvSpPr txBox="1"/>
          <p:nvPr/>
        </p:nvSpPr>
        <p:spPr>
          <a:xfrm>
            <a:off x="1785098" y="3882816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15B10F70-EC1A-1E58-BACE-B4599E580FA8}"/>
              </a:ext>
            </a:extLst>
          </p:cNvPr>
          <p:cNvSpPr txBox="1"/>
          <p:nvPr/>
        </p:nvSpPr>
        <p:spPr>
          <a:xfrm>
            <a:off x="3426931" y="5263898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18018B23-CAF6-BAD8-A8D6-AC868C793655}"/>
              </a:ext>
            </a:extLst>
          </p:cNvPr>
          <p:cNvSpPr txBox="1"/>
          <p:nvPr/>
        </p:nvSpPr>
        <p:spPr>
          <a:xfrm>
            <a:off x="150123" y="5276756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626" name="Flowchart: Connector 625">
            <a:extLst>
              <a:ext uri="{FF2B5EF4-FFF2-40B4-BE49-F238E27FC236}">
                <a16:creationId xmlns:a16="http://schemas.microsoft.com/office/drawing/2014/main" id="{CF91EDB6-1252-CC34-D8AD-789082B10F0E}"/>
              </a:ext>
            </a:extLst>
          </p:cNvPr>
          <p:cNvSpPr/>
          <p:nvPr/>
        </p:nvSpPr>
        <p:spPr>
          <a:xfrm>
            <a:off x="1801150" y="424958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7" name="Flowchart: Connector 626">
            <a:extLst>
              <a:ext uri="{FF2B5EF4-FFF2-40B4-BE49-F238E27FC236}">
                <a16:creationId xmlns:a16="http://schemas.microsoft.com/office/drawing/2014/main" id="{F6772448-36B7-1CEA-90C8-23DC911C2411}"/>
              </a:ext>
            </a:extLst>
          </p:cNvPr>
          <p:cNvSpPr/>
          <p:nvPr/>
        </p:nvSpPr>
        <p:spPr>
          <a:xfrm>
            <a:off x="1801150" y="602307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" name="Flowchart: Connector 627">
            <a:extLst>
              <a:ext uri="{FF2B5EF4-FFF2-40B4-BE49-F238E27FC236}">
                <a16:creationId xmlns:a16="http://schemas.microsoft.com/office/drawing/2014/main" id="{1AC65C0C-670D-CF1F-E795-5EC074AA71AE}"/>
              </a:ext>
            </a:extLst>
          </p:cNvPr>
          <p:cNvSpPr/>
          <p:nvPr/>
        </p:nvSpPr>
        <p:spPr>
          <a:xfrm>
            <a:off x="2134100" y="602307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9" name="Flowchart: Connector 628">
            <a:extLst>
              <a:ext uri="{FF2B5EF4-FFF2-40B4-BE49-F238E27FC236}">
                <a16:creationId xmlns:a16="http://schemas.microsoft.com/office/drawing/2014/main" id="{814BDA77-BB1C-0A5D-882F-96BE00F9D8BE}"/>
              </a:ext>
            </a:extLst>
          </p:cNvPr>
          <p:cNvSpPr/>
          <p:nvPr/>
        </p:nvSpPr>
        <p:spPr>
          <a:xfrm>
            <a:off x="1468201" y="602307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Arc 629">
            <a:extLst>
              <a:ext uri="{FF2B5EF4-FFF2-40B4-BE49-F238E27FC236}">
                <a16:creationId xmlns:a16="http://schemas.microsoft.com/office/drawing/2014/main" id="{B65B2242-487E-8BFA-8E68-C8F4A0D802F3}"/>
              </a:ext>
            </a:extLst>
          </p:cNvPr>
          <p:cNvSpPr/>
          <p:nvPr/>
        </p:nvSpPr>
        <p:spPr>
          <a:xfrm>
            <a:off x="-1588667" y="4800821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1" name="Arc 630">
            <a:extLst>
              <a:ext uri="{FF2B5EF4-FFF2-40B4-BE49-F238E27FC236}">
                <a16:creationId xmlns:a16="http://schemas.microsoft.com/office/drawing/2014/main" id="{257A5004-4608-D727-BA66-35D7D77C7147}"/>
              </a:ext>
            </a:extLst>
          </p:cNvPr>
          <p:cNvSpPr/>
          <p:nvPr/>
        </p:nvSpPr>
        <p:spPr>
          <a:xfrm>
            <a:off x="-369253" y="6085523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Arc 631">
            <a:extLst>
              <a:ext uri="{FF2B5EF4-FFF2-40B4-BE49-F238E27FC236}">
                <a16:creationId xmlns:a16="http://schemas.microsoft.com/office/drawing/2014/main" id="{D21A73C3-52A4-370A-28F1-26C301B8B7F0}"/>
              </a:ext>
            </a:extLst>
          </p:cNvPr>
          <p:cNvSpPr/>
          <p:nvPr/>
        </p:nvSpPr>
        <p:spPr>
          <a:xfrm flipH="1">
            <a:off x="1213259" y="4808265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" name="Arc 632">
            <a:extLst>
              <a:ext uri="{FF2B5EF4-FFF2-40B4-BE49-F238E27FC236}">
                <a16:creationId xmlns:a16="http://schemas.microsoft.com/office/drawing/2014/main" id="{FC0EF774-D5EC-7932-4F9F-77DEAF1CB43F}"/>
              </a:ext>
            </a:extLst>
          </p:cNvPr>
          <p:cNvSpPr/>
          <p:nvPr/>
        </p:nvSpPr>
        <p:spPr>
          <a:xfrm flipH="1">
            <a:off x="2560443" y="6063848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2BD12DB5-E822-631C-B8F0-19D91AC68B94}"/>
              </a:ext>
            </a:extLst>
          </p:cNvPr>
          <p:cNvCxnSpPr/>
          <p:nvPr/>
        </p:nvCxnSpPr>
        <p:spPr>
          <a:xfrm flipV="1">
            <a:off x="1213259" y="4242070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634">
            <a:extLst>
              <a:ext uri="{FF2B5EF4-FFF2-40B4-BE49-F238E27FC236}">
                <a16:creationId xmlns:a16="http://schemas.microsoft.com/office/drawing/2014/main" id="{11FAEDAF-9E13-AA7D-78B8-EC8763B13B2E}"/>
              </a:ext>
            </a:extLst>
          </p:cNvPr>
          <p:cNvCxnSpPr/>
          <p:nvPr/>
        </p:nvCxnSpPr>
        <p:spPr>
          <a:xfrm flipV="1">
            <a:off x="2665256" y="4242070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6" name="Arc 635">
            <a:extLst>
              <a:ext uri="{FF2B5EF4-FFF2-40B4-BE49-F238E27FC236}">
                <a16:creationId xmlns:a16="http://schemas.microsoft.com/office/drawing/2014/main" id="{67DEEC21-94FF-9E4D-622C-C447672894F8}"/>
              </a:ext>
            </a:extLst>
          </p:cNvPr>
          <p:cNvSpPr/>
          <p:nvPr/>
        </p:nvSpPr>
        <p:spPr>
          <a:xfrm rot="6478505">
            <a:off x="-188584" y="3365322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7" name="Arc 636">
            <a:extLst>
              <a:ext uri="{FF2B5EF4-FFF2-40B4-BE49-F238E27FC236}">
                <a16:creationId xmlns:a16="http://schemas.microsoft.com/office/drawing/2014/main" id="{5BFD0FDC-B1EC-9C27-7C98-639DF4B3ED17}"/>
              </a:ext>
            </a:extLst>
          </p:cNvPr>
          <p:cNvSpPr/>
          <p:nvPr/>
        </p:nvSpPr>
        <p:spPr>
          <a:xfrm rot="11664667">
            <a:off x="2599169" y="3560723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8" name="Flowchart: Connector 637">
            <a:extLst>
              <a:ext uri="{FF2B5EF4-FFF2-40B4-BE49-F238E27FC236}">
                <a16:creationId xmlns:a16="http://schemas.microsoft.com/office/drawing/2014/main" id="{1EDC7FFA-A3AD-ED5C-D358-3EEAB624E068}"/>
              </a:ext>
            </a:extLst>
          </p:cNvPr>
          <p:cNvSpPr/>
          <p:nvPr/>
        </p:nvSpPr>
        <p:spPr>
          <a:xfrm>
            <a:off x="2136580" y="425330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Flowchart: Connector 638">
            <a:extLst>
              <a:ext uri="{FF2B5EF4-FFF2-40B4-BE49-F238E27FC236}">
                <a16:creationId xmlns:a16="http://schemas.microsoft.com/office/drawing/2014/main" id="{B6FA4E9F-7F78-962D-6355-C365B63684E4}"/>
              </a:ext>
            </a:extLst>
          </p:cNvPr>
          <p:cNvSpPr/>
          <p:nvPr/>
        </p:nvSpPr>
        <p:spPr>
          <a:xfrm>
            <a:off x="1470681" y="42533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Flowchart: Connector 639">
            <a:extLst>
              <a:ext uri="{FF2B5EF4-FFF2-40B4-BE49-F238E27FC236}">
                <a16:creationId xmlns:a16="http://schemas.microsoft.com/office/drawing/2014/main" id="{47577DB0-AA96-E811-FBC7-7FAB5D9550F1}"/>
              </a:ext>
            </a:extLst>
          </p:cNvPr>
          <p:cNvSpPr/>
          <p:nvPr/>
        </p:nvSpPr>
        <p:spPr>
          <a:xfrm>
            <a:off x="3083872" y="56404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Flowchart: Connector 640">
            <a:extLst>
              <a:ext uri="{FF2B5EF4-FFF2-40B4-BE49-F238E27FC236}">
                <a16:creationId xmlns:a16="http://schemas.microsoft.com/office/drawing/2014/main" id="{8E7A997B-A29A-E9EC-0630-C1D1B2BBDAA5}"/>
              </a:ext>
            </a:extLst>
          </p:cNvPr>
          <p:cNvSpPr/>
          <p:nvPr/>
        </p:nvSpPr>
        <p:spPr>
          <a:xfrm>
            <a:off x="3082479" y="5286911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Flowchart: Connector 641">
            <a:extLst>
              <a:ext uri="{FF2B5EF4-FFF2-40B4-BE49-F238E27FC236}">
                <a16:creationId xmlns:a16="http://schemas.microsoft.com/office/drawing/2014/main" id="{CCF854C2-83AA-684E-6A66-AE24E04BB5E1}"/>
              </a:ext>
            </a:extLst>
          </p:cNvPr>
          <p:cNvSpPr/>
          <p:nvPr/>
        </p:nvSpPr>
        <p:spPr>
          <a:xfrm>
            <a:off x="3093013" y="492808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Flowchart: Connector 642">
            <a:extLst>
              <a:ext uri="{FF2B5EF4-FFF2-40B4-BE49-F238E27FC236}">
                <a16:creationId xmlns:a16="http://schemas.microsoft.com/office/drawing/2014/main" id="{DEDD4D5B-2D1C-E6D6-F3FB-955CA017D542}"/>
              </a:ext>
            </a:extLst>
          </p:cNvPr>
          <p:cNvSpPr/>
          <p:nvPr/>
        </p:nvSpPr>
        <p:spPr>
          <a:xfrm>
            <a:off x="538295" y="56404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Flowchart: Connector 643">
            <a:extLst>
              <a:ext uri="{FF2B5EF4-FFF2-40B4-BE49-F238E27FC236}">
                <a16:creationId xmlns:a16="http://schemas.microsoft.com/office/drawing/2014/main" id="{CA7510A7-38E9-7338-6BA8-666E22CC4D97}"/>
              </a:ext>
            </a:extLst>
          </p:cNvPr>
          <p:cNvSpPr/>
          <p:nvPr/>
        </p:nvSpPr>
        <p:spPr>
          <a:xfrm>
            <a:off x="536901" y="5286911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Flowchart: Connector 644">
            <a:extLst>
              <a:ext uri="{FF2B5EF4-FFF2-40B4-BE49-F238E27FC236}">
                <a16:creationId xmlns:a16="http://schemas.microsoft.com/office/drawing/2014/main" id="{F7D71250-73CB-9367-A2DF-2C9F13257983}"/>
              </a:ext>
            </a:extLst>
          </p:cNvPr>
          <p:cNvSpPr/>
          <p:nvPr/>
        </p:nvSpPr>
        <p:spPr>
          <a:xfrm>
            <a:off x="547436" y="492808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6" name="Arrow: Left 645">
            <a:extLst>
              <a:ext uri="{FF2B5EF4-FFF2-40B4-BE49-F238E27FC236}">
                <a16:creationId xmlns:a16="http://schemas.microsoft.com/office/drawing/2014/main" id="{866CD886-53E4-831D-E199-2210158897B3}"/>
              </a:ext>
            </a:extLst>
          </p:cNvPr>
          <p:cNvSpPr/>
          <p:nvPr/>
        </p:nvSpPr>
        <p:spPr>
          <a:xfrm>
            <a:off x="1526737" y="609457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Arrow: Left 646">
            <a:extLst>
              <a:ext uri="{FF2B5EF4-FFF2-40B4-BE49-F238E27FC236}">
                <a16:creationId xmlns:a16="http://schemas.microsoft.com/office/drawing/2014/main" id="{19923797-2974-1DE4-1FA1-F7D51B326647}"/>
              </a:ext>
            </a:extLst>
          </p:cNvPr>
          <p:cNvSpPr/>
          <p:nvPr/>
        </p:nvSpPr>
        <p:spPr>
          <a:xfrm rot="10800000">
            <a:off x="2219374" y="609457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Arrow: Left 647">
            <a:extLst>
              <a:ext uri="{FF2B5EF4-FFF2-40B4-BE49-F238E27FC236}">
                <a16:creationId xmlns:a16="http://schemas.microsoft.com/office/drawing/2014/main" id="{486CBCDC-49C6-1ADD-BDAB-6427258165B1}"/>
              </a:ext>
            </a:extLst>
          </p:cNvPr>
          <p:cNvSpPr/>
          <p:nvPr/>
        </p:nvSpPr>
        <p:spPr>
          <a:xfrm rot="10800000">
            <a:off x="2214399" y="432480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Arrow: Left 648">
            <a:extLst>
              <a:ext uri="{FF2B5EF4-FFF2-40B4-BE49-F238E27FC236}">
                <a16:creationId xmlns:a16="http://schemas.microsoft.com/office/drawing/2014/main" id="{E8CB1D2C-F61E-D54A-94B4-3658FB80585F}"/>
              </a:ext>
            </a:extLst>
          </p:cNvPr>
          <p:cNvSpPr/>
          <p:nvPr/>
        </p:nvSpPr>
        <p:spPr>
          <a:xfrm>
            <a:off x="1528082" y="432480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0" name="Arrow: Left 649">
            <a:extLst>
              <a:ext uri="{FF2B5EF4-FFF2-40B4-BE49-F238E27FC236}">
                <a16:creationId xmlns:a16="http://schemas.microsoft.com/office/drawing/2014/main" id="{C98FCDBF-8286-C25E-015C-8C370B8DFA96}"/>
              </a:ext>
            </a:extLst>
          </p:cNvPr>
          <p:cNvSpPr/>
          <p:nvPr/>
        </p:nvSpPr>
        <p:spPr>
          <a:xfrm rot="5400000">
            <a:off x="608278" y="500214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Arrow: Left 650">
            <a:extLst>
              <a:ext uri="{FF2B5EF4-FFF2-40B4-BE49-F238E27FC236}">
                <a16:creationId xmlns:a16="http://schemas.microsoft.com/office/drawing/2014/main" id="{A79F828A-7F53-4544-9360-3D732F0C8043}"/>
              </a:ext>
            </a:extLst>
          </p:cNvPr>
          <p:cNvSpPr/>
          <p:nvPr/>
        </p:nvSpPr>
        <p:spPr>
          <a:xfrm rot="5400000">
            <a:off x="3148099" y="5004319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Arrow: Left 651">
            <a:extLst>
              <a:ext uri="{FF2B5EF4-FFF2-40B4-BE49-F238E27FC236}">
                <a16:creationId xmlns:a16="http://schemas.microsoft.com/office/drawing/2014/main" id="{91B2199D-7DE4-2FCE-A19E-DDA3CEC9B6DA}"/>
              </a:ext>
            </a:extLst>
          </p:cNvPr>
          <p:cNvSpPr/>
          <p:nvPr/>
        </p:nvSpPr>
        <p:spPr>
          <a:xfrm rot="16200000">
            <a:off x="597745" y="572740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Arrow: Left 652">
            <a:extLst>
              <a:ext uri="{FF2B5EF4-FFF2-40B4-BE49-F238E27FC236}">
                <a16:creationId xmlns:a16="http://schemas.microsoft.com/office/drawing/2014/main" id="{03EC1F2A-88A2-CB36-2394-A233FA80FBFF}"/>
              </a:ext>
            </a:extLst>
          </p:cNvPr>
          <p:cNvSpPr/>
          <p:nvPr/>
        </p:nvSpPr>
        <p:spPr>
          <a:xfrm rot="16200000">
            <a:off x="3143323" y="573957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Arrow: Left 653">
            <a:extLst>
              <a:ext uri="{FF2B5EF4-FFF2-40B4-BE49-F238E27FC236}">
                <a16:creationId xmlns:a16="http://schemas.microsoft.com/office/drawing/2014/main" id="{1D48D913-2B2E-6483-EBB6-263F9BE2C956}"/>
              </a:ext>
            </a:extLst>
          </p:cNvPr>
          <p:cNvSpPr/>
          <p:nvPr/>
        </p:nvSpPr>
        <p:spPr>
          <a:xfrm rot="16200000">
            <a:off x="1856570" y="433780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Arrow: Left 654">
            <a:extLst>
              <a:ext uri="{FF2B5EF4-FFF2-40B4-BE49-F238E27FC236}">
                <a16:creationId xmlns:a16="http://schemas.microsoft.com/office/drawing/2014/main" id="{54BF30E0-0D65-3760-5289-26491A58313E}"/>
              </a:ext>
            </a:extLst>
          </p:cNvPr>
          <p:cNvSpPr/>
          <p:nvPr/>
        </p:nvSpPr>
        <p:spPr>
          <a:xfrm rot="5400000">
            <a:off x="1856576" y="610274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Arrow: Left 655">
            <a:extLst>
              <a:ext uri="{FF2B5EF4-FFF2-40B4-BE49-F238E27FC236}">
                <a16:creationId xmlns:a16="http://schemas.microsoft.com/office/drawing/2014/main" id="{4474009E-8B0D-5517-4788-52EA2E0C0CDA}"/>
              </a:ext>
            </a:extLst>
          </p:cNvPr>
          <p:cNvSpPr/>
          <p:nvPr/>
        </p:nvSpPr>
        <p:spPr>
          <a:xfrm>
            <a:off x="3151486" y="5366230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Arrow: Left 656">
            <a:extLst>
              <a:ext uri="{FF2B5EF4-FFF2-40B4-BE49-F238E27FC236}">
                <a16:creationId xmlns:a16="http://schemas.microsoft.com/office/drawing/2014/main" id="{299DBF45-422F-860E-2CFB-0F213C37E65E}"/>
              </a:ext>
            </a:extLst>
          </p:cNvPr>
          <p:cNvSpPr/>
          <p:nvPr/>
        </p:nvSpPr>
        <p:spPr>
          <a:xfrm rot="10800000">
            <a:off x="605252" y="535841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AA8F613A-0704-4407-8941-6AF1317443BD}"/>
              </a:ext>
            </a:extLst>
          </p:cNvPr>
          <p:cNvSpPr/>
          <p:nvPr/>
        </p:nvSpPr>
        <p:spPr>
          <a:xfrm>
            <a:off x="156811" y="3756465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4</a:t>
            </a:r>
          </a:p>
        </p:txBody>
      </p:sp>
      <p:sp>
        <p:nvSpPr>
          <p:cNvPr id="660" name="Arc 659">
            <a:extLst>
              <a:ext uri="{FF2B5EF4-FFF2-40B4-BE49-F238E27FC236}">
                <a16:creationId xmlns:a16="http://schemas.microsoft.com/office/drawing/2014/main" id="{8D3348B0-52CF-9FF2-EADD-3D29D3A309B3}"/>
              </a:ext>
            </a:extLst>
          </p:cNvPr>
          <p:cNvSpPr/>
          <p:nvPr/>
        </p:nvSpPr>
        <p:spPr>
          <a:xfrm rot="16200000" flipH="1">
            <a:off x="9876076" y="2016511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" name="Arc 660">
            <a:extLst>
              <a:ext uri="{FF2B5EF4-FFF2-40B4-BE49-F238E27FC236}">
                <a16:creationId xmlns:a16="http://schemas.microsoft.com/office/drawing/2014/main" id="{2879E5B0-91F5-01E7-02F2-F1BC0F1F8294}"/>
              </a:ext>
            </a:extLst>
          </p:cNvPr>
          <p:cNvSpPr/>
          <p:nvPr/>
        </p:nvSpPr>
        <p:spPr>
          <a:xfrm rot="5400000">
            <a:off x="6761945" y="1933033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EB931C37-611C-5EDD-1211-CCA0DCB83CEC}"/>
              </a:ext>
            </a:extLst>
          </p:cNvPr>
          <p:cNvSpPr txBox="1"/>
          <p:nvPr/>
        </p:nvSpPr>
        <p:spPr>
          <a:xfrm>
            <a:off x="10046635" y="6356678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663" name="TextBox 662">
            <a:extLst>
              <a:ext uri="{FF2B5EF4-FFF2-40B4-BE49-F238E27FC236}">
                <a16:creationId xmlns:a16="http://schemas.microsoft.com/office/drawing/2014/main" id="{C65BF15E-7644-0AA1-091B-A6D9FCE48B52}"/>
              </a:ext>
            </a:extLst>
          </p:cNvPr>
          <p:cNvSpPr txBox="1"/>
          <p:nvPr/>
        </p:nvSpPr>
        <p:spPr>
          <a:xfrm>
            <a:off x="10030875" y="3879414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6BD4CC04-FC7E-6289-BBCB-52DECEBFCB5F}"/>
              </a:ext>
            </a:extLst>
          </p:cNvPr>
          <p:cNvSpPr txBox="1"/>
          <p:nvPr/>
        </p:nvSpPr>
        <p:spPr>
          <a:xfrm>
            <a:off x="11672708" y="5260496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FFCE3227-7A91-745F-9751-D68C620EDBE4}"/>
              </a:ext>
            </a:extLst>
          </p:cNvPr>
          <p:cNvSpPr txBox="1"/>
          <p:nvPr/>
        </p:nvSpPr>
        <p:spPr>
          <a:xfrm>
            <a:off x="8395900" y="5273354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666" name="Flowchart: Connector 665">
            <a:extLst>
              <a:ext uri="{FF2B5EF4-FFF2-40B4-BE49-F238E27FC236}">
                <a16:creationId xmlns:a16="http://schemas.microsoft.com/office/drawing/2014/main" id="{BC6BEBF5-6CA4-1083-5FA3-E6410D6090D1}"/>
              </a:ext>
            </a:extLst>
          </p:cNvPr>
          <p:cNvSpPr/>
          <p:nvPr/>
        </p:nvSpPr>
        <p:spPr>
          <a:xfrm>
            <a:off x="10046927" y="42461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7" name="Flowchart: Connector 666">
            <a:extLst>
              <a:ext uri="{FF2B5EF4-FFF2-40B4-BE49-F238E27FC236}">
                <a16:creationId xmlns:a16="http://schemas.microsoft.com/office/drawing/2014/main" id="{E572ED80-2199-4161-BBCF-0A4B29CA72A8}"/>
              </a:ext>
            </a:extLst>
          </p:cNvPr>
          <p:cNvSpPr/>
          <p:nvPr/>
        </p:nvSpPr>
        <p:spPr>
          <a:xfrm>
            <a:off x="10046927" y="601967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8" name="Flowchart: Connector 667">
            <a:extLst>
              <a:ext uri="{FF2B5EF4-FFF2-40B4-BE49-F238E27FC236}">
                <a16:creationId xmlns:a16="http://schemas.microsoft.com/office/drawing/2014/main" id="{46C0EA3D-DAA7-755A-521F-C74AEF287E07}"/>
              </a:ext>
            </a:extLst>
          </p:cNvPr>
          <p:cNvSpPr/>
          <p:nvPr/>
        </p:nvSpPr>
        <p:spPr>
          <a:xfrm>
            <a:off x="10379877" y="601967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9" name="Flowchart: Connector 668">
            <a:extLst>
              <a:ext uri="{FF2B5EF4-FFF2-40B4-BE49-F238E27FC236}">
                <a16:creationId xmlns:a16="http://schemas.microsoft.com/office/drawing/2014/main" id="{0B127A39-DD8B-4DCC-5F5C-DA7B3DBC3F65}"/>
              </a:ext>
            </a:extLst>
          </p:cNvPr>
          <p:cNvSpPr/>
          <p:nvPr/>
        </p:nvSpPr>
        <p:spPr>
          <a:xfrm>
            <a:off x="9713978" y="601967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0" name="Arc 669">
            <a:extLst>
              <a:ext uri="{FF2B5EF4-FFF2-40B4-BE49-F238E27FC236}">
                <a16:creationId xmlns:a16="http://schemas.microsoft.com/office/drawing/2014/main" id="{1CB5836D-EB9B-DDF3-95E6-726C9D1F4345}"/>
              </a:ext>
            </a:extLst>
          </p:cNvPr>
          <p:cNvSpPr/>
          <p:nvPr/>
        </p:nvSpPr>
        <p:spPr>
          <a:xfrm>
            <a:off x="6657110" y="4797419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1" name="Arc 670">
            <a:extLst>
              <a:ext uri="{FF2B5EF4-FFF2-40B4-BE49-F238E27FC236}">
                <a16:creationId xmlns:a16="http://schemas.microsoft.com/office/drawing/2014/main" id="{D1B75070-B908-9BA7-7138-50DD779D86FF}"/>
              </a:ext>
            </a:extLst>
          </p:cNvPr>
          <p:cNvSpPr/>
          <p:nvPr/>
        </p:nvSpPr>
        <p:spPr>
          <a:xfrm>
            <a:off x="7876524" y="6082121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Arc 671">
            <a:extLst>
              <a:ext uri="{FF2B5EF4-FFF2-40B4-BE49-F238E27FC236}">
                <a16:creationId xmlns:a16="http://schemas.microsoft.com/office/drawing/2014/main" id="{3196235C-A53C-521F-39F8-F6CF4714A27C}"/>
              </a:ext>
            </a:extLst>
          </p:cNvPr>
          <p:cNvSpPr/>
          <p:nvPr/>
        </p:nvSpPr>
        <p:spPr>
          <a:xfrm flipH="1">
            <a:off x="9459036" y="4804863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3" name="Arc 672">
            <a:extLst>
              <a:ext uri="{FF2B5EF4-FFF2-40B4-BE49-F238E27FC236}">
                <a16:creationId xmlns:a16="http://schemas.microsoft.com/office/drawing/2014/main" id="{F68B31E9-ED0C-3E66-10CC-9E3262392DF0}"/>
              </a:ext>
            </a:extLst>
          </p:cNvPr>
          <p:cNvSpPr/>
          <p:nvPr/>
        </p:nvSpPr>
        <p:spPr>
          <a:xfrm flipH="1">
            <a:off x="10806220" y="6060446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D0C3859A-694C-4134-2630-F922D92EC00C}"/>
              </a:ext>
            </a:extLst>
          </p:cNvPr>
          <p:cNvCxnSpPr/>
          <p:nvPr/>
        </p:nvCxnSpPr>
        <p:spPr>
          <a:xfrm flipV="1">
            <a:off x="9459036" y="4238668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1550E130-CA6A-E69C-2727-8C6614AD20BC}"/>
              </a:ext>
            </a:extLst>
          </p:cNvPr>
          <p:cNvCxnSpPr/>
          <p:nvPr/>
        </p:nvCxnSpPr>
        <p:spPr>
          <a:xfrm flipV="1">
            <a:off x="10911033" y="4238668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Arc 675">
            <a:extLst>
              <a:ext uri="{FF2B5EF4-FFF2-40B4-BE49-F238E27FC236}">
                <a16:creationId xmlns:a16="http://schemas.microsoft.com/office/drawing/2014/main" id="{B090DB45-CF36-D4D9-3F57-EA28337991C7}"/>
              </a:ext>
            </a:extLst>
          </p:cNvPr>
          <p:cNvSpPr/>
          <p:nvPr/>
        </p:nvSpPr>
        <p:spPr>
          <a:xfrm rot="6478505">
            <a:off x="8057193" y="3361920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7" name="Arc 676">
            <a:extLst>
              <a:ext uri="{FF2B5EF4-FFF2-40B4-BE49-F238E27FC236}">
                <a16:creationId xmlns:a16="http://schemas.microsoft.com/office/drawing/2014/main" id="{74E3DEB8-1B4D-7A44-E57B-64D5F0F5783A}"/>
              </a:ext>
            </a:extLst>
          </p:cNvPr>
          <p:cNvSpPr/>
          <p:nvPr/>
        </p:nvSpPr>
        <p:spPr>
          <a:xfrm rot="11664667">
            <a:off x="10844946" y="3557321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8" name="Flowchart: Connector 677">
            <a:extLst>
              <a:ext uri="{FF2B5EF4-FFF2-40B4-BE49-F238E27FC236}">
                <a16:creationId xmlns:a16="http://schemas.microsoft.com/office/drawing/2014/main" id="{C8A78C1B-4336-A040-79A9-92A88A6F646A}"/>
              </a:ext>
            </a:extLst>
          </p:cNvPr>
          <p:cNvSpPr/>
          <p:nvPr/>
        </p:nvSpPr>
        <p:spPr>
          <a:xfrm>
            <a:off x="10382357" y="42499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9" name="Flowchart: Connector 678">
            <a:extLst>
              <a:ext uri="{FF2B5EF4-FFF2-40B4-BE49-F238E27FC236}">
                <a16:creationId xmlns:a16="http://schemas.microsoft.com/office/drawing/2014/main" id="{A874E70E-FDB8-9D64-0620-2B3FD7512ED7}"/>
              </a:ext>
            </a:extLst>
          </p:cNvPr>
          <p:cNvSpPr/>
          <p:nvPr/>
        </p:nvSpPr>
        <p:spPr>
          <a:xfrm>
            <a:off x="9716458" y="424990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" name="Flowchart: Connector 679">
            <a:extLst>
              <a:ext uri="{FF2B5EF4-FFF2-40B4-BE49-F238E27FC236}">
                <a16:creationId xmlns:a16="http://schemas.microsoft.com/office/drawing/2014/main" id="{7E3339C7-481F-1024-20F6-FE9038C0D26F}"/>
              </a:ext>
            </a:extLst>
          </p:cNvPr>
          <p:cNvSpPr/>
          <p:nvPr/>
        </p:nvSpPr>
        <p:spPr>
          <a:xfrm>
            <a:off x="11329649" y="563699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1" name="Flowchart: Connector 680">
            <a:extLst>
              <a:ext uri="{FF2B5EF4-FFF2-40B4-BE49-F238E27FC236}">
                <a16:creationId xmlns:a16="http://schemas.microsoft.com/office/drawing/2014/main" id="{B0CA0AD1-86FD-A068-DA3D-FA73BBBBCA1A}"/>
              </a:ext>
            </a:extLst>
          </p:cNvPr>
          <p:cNvSpPr/>
          <p:nvPr/>
        </p:nvSpPr>
        <p:spPr>
          <a:xfrm>
            <a:off x="11328256" y="52835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2" name="Flowchart: Connector 681">
            <a:extLst>
              <a:ext uri="{FF2B5EF4-FFF2-40B4-BE49-F238E27FC236}">
                <a16:creationId xmlns:a16="http://schemas.microsoft.com/office/drawing/2014/main" id="{AD7E6B4F-9E2D-9485-C5A0-5904C0D86508}"/>
              </a:ext>
            </a:extLst>
          </p:cNvPr>
          <p:cNvSpPr/>
          <p:nvPr/>
        </p:nvSpPr>
        <p:spPr>
          <a:xfrm>
            <a:off x="11338790" y="492468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3" name="Flowchart: Connector 682">
            <a:extLst>
              <a:ext uri="{FF2B5EF4-FFF2-40B4-BE49-F238E27FC236}">
                <a16:creationId xmlns:a16="http://schemas.microsoft.com/office/drawing/2014/main" id="{B9B8EF89-E6F6-441D-3AA4-9AB7502E42DC}"/>
              </a:ext>
            </a:extLst>
          </p:cNvPr>
          <p:cNvSpPr/>
          <p:nvPr/>
        </p:nvSpPr>
        <p:spPr>
          <a:xfrm>
            <a:off x="8784072" y="563699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Flowchart: Connector 683">
            <a:extLst>
              <a:ext uri="{FF2B5EF4-FFF2-40B4-BE49-F238E27FC236}">
                <a16:creationId xmlns:a16="http://schemas.microsoft.com/office/drawing/2014/main" id="{302E2B41-0EA4-6FA6-7DB6-2B685DFAB990}"/>
              </a:ext>
            </a:extLst>
          </p:cNvPr>
          <p:cNvSpPr/>
          <p:nvPr/>
        </p:nvSpPr>
        <p:spPr>
          <a:xfrm>
            <a:off x="8782678" y="52835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5" name="Flowchart: Connector 684">
            <a:extLst>
              <a:ext uri="{FF2B5EF4-FFF2-40B4-BE49-F238E27FC236}">
                <a16:creationId xmlns:a16="http://schemas.microsoft.com/office/drawing/2014/main" id="{213D7EF4-1FE1-73C2-2DB8-53C46530A875}"/>
              </a:ext>
            </a:extLst>
          </p:cNvPr>
          <p:cNvSpPr/>
          <p:nvPr/>
        </p:nvSpPr>
        <p:spPr>
          <a:xfrm>
            <a:off x="8793213" y="492468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6" name="Arrow: Left 685">
            <a:extLst>
              <a:ext uri="{FF2B5EF4-FFF2-40B4-BE49-F238E27FC236}">
                <a16:creationId xmlns:a16="http://schemas.microsoft.com/office/drawing/2014/main" id="{9AA1FDA4-F5D5-D556-5C15-D2CA777F11AB}"/>
              </a:ext>
            </a:extLst>
          </p:cNvPr>
          <p:cNvSpPr/>
          <p:nvPr/>
        </p:nvSpPr>
        <p:spPr>
          <a:xfrm>
            <a:off x="9772514" y="609117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7" name="Arrow: Left 686">
            <a:extLst>
              <a:ext uri="{FF2B5EF4-FFF2-40B4-BE49-F238E27FC236}">
                <a16:creationId xmlns:a16="http://schemas.microsoft.com/office/drawing/2014/main" id="{2C8A2F3D-4B03-8ACE-8885-0970BA9D5EE2}"/>
              </a:ext>
            </a:extLst>
          </p:cNvPr>
          <p:cNvSpPr/>
          <p:nvPr/>
        </p:nvSpPr>
        <p:spPr>
          <a:xfrm rot="10800000">
            <a:off x="10465151" y="6091172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" name="Arrow: Left 687">
            <a:extLst>
              <a:ext uri="{FF2B5EF4-FFF2-40B4-BE49-F238E27FC236}">
                <a16:creationId xmlns:a16="http://schemas.microsoft.com/office/drawing/2014/main" id="{75F121EA-4817-988C-513D-32978E6CD6B4}"/>
              </a:ext>
            </a:extLst>
          </p:cNvPr>
          <p:cNvSpPr/>
          <p:nvPr/>
        </p:nvSpPr>
        <p:spPr>
          <a:xfrm rot="10800000">
            <a:off x="10460176" y="432140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9" name="Arrow: Left 688">
            <a:extLst>
              <a:ext uri="{FF2B5EF4-FFF2-40B4-BE49-F238E27FC236}">
                <a16:creationId xmlns:a16="http://schemas.microsoft.com/office/drawing/2014/main" id="{D7D7E397-C408-EDA2-D096-0472B90AF5A9}"/>
              </a:ext>
            </a:extLst>
          </p:cNvPr>
          <p:cNvSpPr/>
          <p:nvPr/>
        </p:nvSpPr>
        <p:spPr>
          <a:xfrm>
            <a:off x="9773859" y="432140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0" name="Arrow: Left 689">
            <a:extLst>
              <a:ext uri="{FF2B5EF4-FFF2-40B4-BE49-F238E27FC236}">
                <a16:creationId xmlns:a16="http://schemas.microsoft.com/office/drawing/2014/main" id="{BF6A2EAB-9E68-8EAD-C992-F0B69FAAAA23}"/>
              </a:ext>
            </a:extLst>
          </p:cNvPr>
          <p:cNvSpPr/>
          <p:nvPr/>
        </p:nvSpPr>
        <p:spPr>
          <a:xfrm rot="5400000">
            <a:off x="8854055" y="499874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1" name="Arrow: Left 690">
            <a:extLst>
              <a:ext uri="{FF2B5EF4-FFF2-40B4-BE49-F238E27FC236}">
                <a16:creationId xmlns:a16="http://schemas.microsoft.com/office/drawing/2014/main" id="{97128915-B972-747A-B9D4-C2169D4A852F}"/>
              </a:ext>
            </a:extLst>
          </p:cNvPr>
          <p:cNvSpPr/>
          <p:nvPr/>
        </p:nvSpPr>
        <p:spPr>
          <a:xfrm rot="5400000">
            <a:off x="11393876" y="500091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2" name="Arrow: Left 691">
            <a:extLst>
              <a:ext uri="{FF2B5EF4-FFF2-40B4-BE49-F238E27FC236}">
                <a16:creationId xmlns:a16="http://schemas.microsoft.com/office/drawing/2014/main" id="{C258B05B-5AC8-54C9-0F33-42F14B6B2116}"/>
              </a:ext>
            </a:extLst>
          </p:cNvPr>
          <p:cNvSpPr/>
          <p:nvPr/>
        </p:nvSpPr>
        <p:spPr>
          <a:xfrm rot="16200000">
            <a:off x="8843522" y="572399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" name="Arrow: Left 692">
            <a:extLst>
              <a:ext uri="{FF2B5EF4-FFF2-40B4-BE49-F238E27FC236}">
                <a16:creationId xmlns:a16="http://schemas.microsoft.com/office/drawing/2014/main" id="{A9285D34-48E6-8FB2-D9CA-898E930C19E4}"/>
              </a:ext>
            </a:extLst>
          </p:cNvPr>
          <p:cNvSpPr/>
          <p:nvPr/>
        </p:nvSpPr>
        <p:spPr>
          <a:xfrm rot="16200000">
            <a:off x="11389100" y="5736171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4" name="Arrow: Left 693">
            <a:extLst>
              <a:ext uri="{FF2B5EF4-FFF2-40B4-BE49-F238E27FC236}">
                <a16:creationId xmlns:a16="http://schemas.microsoft.com/office/drawing/2014/main" id="{8D9641B9-C7AA-B217-F0EE-12C220CEA8C1}"/>
              </a:ext>
            </a:extLst>
          </p:cNvPr>
          <p:cNvSpPr/>
          <p:nvPr/>
        </p:nvSpPr>
        <p:spPr>
          <a:xfrm rot="16200000">
            <a:off x="10102347" y="433439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5" name="Arrow: Left 694">
            <a:extLst>
              <a:ext uri="{FF2B5EF4-FFF2-40B4-BE49-F238E27FC236}">
                <a16:creationId xmlns:a16="http://schemas.microsoft.com/office/drawing/2014/main" id="{F0D729FA-4A28-B8FA-9BE1-A30471C2C526}"/>
              </a:ext>
            </a:extLst>
          </p:cNvPr>
          <p:cNvSpPr/>
          <p:nvPr/>
        </p:nvSpPr>
        <p:spPr>
          <a:xfrm rot="5400000">
            <a:off x="10102353" y="609934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6" name="Arrow: Left 695">
            <a:extLst>
              <a:ext uri="{FF2B5EF4-FFF2-40B4-BE49-F238E27FC236}">
                <a16:creationId xmlns:a16="http://schemas.microsoft.com/office/drawing/2014/main" id="{20F75D00-CACE-CA27-417B-753F6A361E23}"/>
              </a:ext>
            </a:extLst>
          </p:cNvPr>
          <p:cNvSpPr/>
          <p:nvPr/>
        </p:nvSpPr>
        <p:spPr>
          <a:xfrm>
            <a:off x="11397263" y="536282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" name="Arrow: Left 696">
            <a:extLst>
              <a:ext uri="{FF2B5EF4-FFF2-40B4-BE49-F238E27FC236}">
                <a16:creationId xmlns:a16="http://schemas.microsoft.com/office/drawing/2014/main" id="{28E00B31-8D87-ADA9-3B8A-ECF13C18A277}"/>
              </a:ext>
            </a:extLst>
          </p:cNvPr>
          <p:cNvSpPr/>
          <p:nvPr/>
        </p:nvSpPr>
        <p:spPr>
          <a:xfrm rot="10800000">
            <a:off x="8851029" y="535500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9" name="Rectangle 698">
            <a:extLst>
              <a:ext uri="{FF2B5EF4-FFF2-40B4-BE49-F238E27FC236}">
                <a16:creationId xmlns:a16="http://schemas.microsoft.com/office/drawing/2014/main" id="{AEE159F2-2C54-31AC-2F0D-EE5D059DB2D6}"/>
              </a:ext>
            </a:extLst>
          </p:cNvPr>
          <p:cNvSpPr/>
          <p:nvPr/>
        </p:nvSpPr>
        <p:spPr>
          <a:xfrm>
            <a:off x="8402588" y="3753063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3</a:t>
            </a:r>
          </a:p>
        </p:txBody>
      </p:sp>
      <p:sp>
        <p:nvSpPr>
          <p:cNvPr id="700" name="Arc 699">
            <a:extLst>
              <a:ext uri="{FF2B5EF4-FFF2-40B4-BE49-F238E27FC236}">
                <a16:creationId xmlns:a16="http://schemas.microsoft.com/office/drawing/2014/main" id="{2D5CF320-BC3F-3786-2BF1-504A7D36FB95}"/>
              </a:ext>
            </a:extLst>
          </p:cNvPr>
          <p:cNvSpPr/>
          <p:nvPr/>
        </p:nvSpPr>
        <p:spPr>
          <a:xfrm rot="16200000" flipH="1">
            <a:off x="5764717" y="271916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" name="Arc 700">
            <a:extLst>
              <a:ext uri="{FF2B5EF4-FFF2-40B4-BE49-F238E27FC236}">
                <a16:creationId xmlns:a16="http://schemas.microsoft.com/office/drawing/2014/main" id="{DE0F183C-BBC7-9FB9-8DA8-D37DC4E6FFB6}"/>
              </a:ext>
            </a:extLst>
          </p:cNvPr>
          <p:cNvSpPr/>
          <p:nvPr/>
        </p:nvSpPr>
        <p:spPr>
          <a:xfrm rot="5400000">
            <a:off x="2650586" y="188438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04909DBB-8F13-E9B9-1703-475F9F9045F7}"/>
              </a:ext>
            </a:extLst>
          </p:cNvPr>
          <p:cNvSpPr txBox="1"/>
          <p:nvPr/>
        </p:nvSpPr>
        <p:spPr>
          <a:xfrm>
            <a:off x="5935276" y="4612083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7F195AF3-864D-CAC8-D9EA-00460F893201}"/>
              </a:ext>
            </a:extLst>
          </p:cNvPr>
          <p:cNvSpPr txBox="1"/>
          <p:nvPr/>
        </p:nvSpPr>
        <p:spPr>
          <a:xfrm>
            <a:off x="5919516" y="2134819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C82F2890-D51C-1615-C84E-8120E180D20D}"/>
              </a:ext>
            </a:extLst>
          </p:cNvPr>
          <p:cNvSpPr txBox="1"/>
          <p:nvPr/>
        </p:nvSpPr>
        <p:spPr>
          <a:xfrm>
            <a:off x="7561349" y="3515901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705" name="TextBox 704">
            <a:extLst>
              <a:ext uri="{FF2B5EF4-FFF2-40B4-BE49-F238E27FC236}">
                <a16:creationId xmlns:a16="http://schemas.microsoft.com/office/drawing/2014/main" id="{01CED375-627C-DC40-EB30-E35FE98331B5}"/>
              </a:ext>
            </a:extLst>
          </p:cNvPr>
          <p:cNvSpPr txBox="1"/>
          <p:nvPr/>
        </p:nvSpPr>
        <p:spPr>
          <a:xfrm>
            <a:off x="4284541" y="3528759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706" name="Flowchart: Connector 705">
            <a:extLst>
              <a:ext uri="{FF2B5EF4-FFF2-40B4-BE49-F238E27FC236}">
                <a16:creationId xmlns:a16="http://schemas.microsoft.com/office/drawing/2014/main" id="{734B813A-DE77-3F0A-D14E-77616CB34A8D}"/>
              </a:ext>
            </a:extLst>
          </p:cNvPr>
          <p:cNvSpPr/>
          <p:nvPr/>
        </p:nvSpPr>
        <p:spPr>
          <a:xfrm>
            <a:off x="5935568" y="250158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7" name="Flowchart: Connector 706">
            <a:extLst>
              <a:ext uri="{FF2B5EF4-FFF2-40B4-BE49-F238E27FC236}">
                <a16:creationId xmlns:a16="http://schemas.microsoft.com/office/drawing/2014/main" id="{DEACC560-5511-0994-F6F9-B048472FA723}"/>
              </a:ext>
            </a:extLst>
          </p:cNvPr>
          <p:cNvSpPr/>
          <p:nvPr/>
        </p:nvSpPr>
        <p:spPr>
          <a:xfrm>
            <a:off x="5935568" y="427507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8" name="Flowchart: Connector 707">
            <a:extLst>
              <a:ext uri="{FF2B5EF4-FFF2-40B4-BE49-F238E27FC236}">
                <a16:creationId xmlns:a16="http://schemas.microsoft.com/office/drawing/2014/main" id="{6955FE17-6F7C-3A08-CAF7-B5AC680B262C}"/>
              </a:ext>
            </a:extLst>
          </p:cNvPr>
          <p:cNvSpPr/>
          <p:nvPr/>
        </p:nvSpPr>
        <p:spPr>
          <a:xfrm>
            <a:off x="6268518" y="427507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9" name="Flowchart: Connector 708">
            <a:extLst>
              <a:ext uri="{FF2B5EF4-FFF2-40B4-BE49-F238E27FC236}">
                <a16:creationId xmlns:a16="http://schemas.microsoft.com/office/drawing/2014/main" id="{76391538-CB49-33A8-EA6A-BC1EAB025696}"/>
              </a:ext>
            </a:extLst>
          </p:cNvPr>
          <p:cNvSpPr/>
          <p:nvPr/>
        </p:nvSpPr>
        <p:spPr>
          <a:xfrm>
            <a:off x="5602619" y="427507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0" name="Arc 709">
            <a:extLst>
              <a:ext uri="{FF2B5EF4-FFF2-40B4-BE49-F238E27FC236}">
                <a16:creationId xmlns:a16="http://schemas.microsoft.com/office/drawing/2014/main" id="{BECE29B4-5227-E300-AE2A-864E5A8DD14D}"/>
              </a:ext>
            </a:extLst>
          </p:cNvPr>
          <p:cNvSpPr/>
          <p:nvPr/>
        </p:nvSpPr>
        <p:spPr>
          <a:xfrm>
            <a:off x="2545751" y="3052824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1" name="Arc 710">
            <a:extLst>
              <a:ext uri="{FF2B5EF4-FFF2-40B4-BE49-F238E27FC236}">
                <a16:creationId xmlns:a16="http://schemas.microsoft.com/office/drawing/2014/main" id="{FE7760AB-3594-BD6D-A616-42E20CAF9EF0}"/>
              </a:ext>
            </a:extLst>
          </p:cNvPr>
          <p:cNvSpPr/>
          <p:nvPr/>
        </p:nvSpPr>
        <p:spPr>
          <a:xfrm>
            <a:off x="3765165" y="4337526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2" name="Arc 711">
            <a:extLst>
              <a:ext uri="{FF2B5EF4-FFF2-40B4-BE49-F238E27FC236}">
                <a16:creationId xmlns:a16="http://schemas.microsoft.com/office/drawing/2014/main" id="{4E0FC3F3-304F-7AFD-5BEE-E75DD05D5E31}"/>
              </a:ext>
            </a:extLst>
          </p:cNvPr>
          <p:cNvSpPr/>
          <p:nvPr/>
        </p:nvSpPr>
        <p:spPr>
          <a:xfrm flipH="1">
            <a:off x="5347677" y="3060268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3" name="Arc 712">
            <a:extLst>
              <a:ext uri="{FF2B5EF4-FFF2-40B4-BE49-F238E27FC236}">
                <a16:creationId xmlns:a16="http://schemas.microsoft.com/office/drawing/2014/main" id="{EE7FBE18-446F-F187-C4F5-EB4E0AE49ED3}"/>
              </a:ext>
            </a:extLst>
          </p:cNvPr>
          <p:cNvSpPr/>
          <p:nvPr/>
        </p:nvSpPr>
        <p:spPr>
          <a:xfrm flipH="1">
            <a:off x="6694861" y="4315851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9E704FB6-7640-A261-1909-D62DFAAFE1CD}"/>
              </a:ext>
            </a:extLst>
          </p:cNvPr>
          <p:cNvCxnSpPr/>
          <p:nvPr/>
        </p:nvCxnSpPr>
        <p:spPr>
          <a:xfrm flipV="1">
            <a:off x="5347677" y="2494073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0A27BD1E-2F41-60F6-AB20-DAD5B3323CAF}"/>
              </a:ext>
            </a:extLst>
          </p:cNvPr>
          <p:cNvCxnSpPr/>
          <p:nvPr/>
        </p:nvCxnSpPr>
        <p:spPr>
          <a:xfrm flipV="1">
            <a:off x="6799674" y="2494073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6" name="Arc 715">
            <a:extLst>
              <a:ext uri="{FF2B5EF4-FFF2-40B4-BE49-F238E27FC236}">
                <a16:creationId xmlns:a16="http://schemas.microsoft.com/office/drawing/2014/main" id="{BDE164E4-C947-7979-5CAC-5F49AC969BE0}"/>
              </a:ext>
            </a:extLst>
          </p:cNvPr>
          <p:cNvSpPr/>
          <p:nvPr/>
        </p:nvSpPr>
        <p:spPr>
          <a:xfrm rot="6478505">
            <a:off x="3945834" y="1617325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" name="Arc 716">
            <a:extLst>
              <a:ext uri="{FF2B5EF4-FFF2-40B4-BE49-F238E27FC236}">
                <a16:creationId xmlns:a16="http://schemas.microsoft.com/office/drawing/2014/main" id="{FEFA19ED-299E-1F54-9776-AE429F6EB4CD}"/>
              </a:ext>
            </a:extLst>
          </p:cNvPr>
          <p:cNvSpPr/>
          <p:nvPr/>
        </p:nvSpPr>
        <p:spPr>
          <a:xfrm rot="11664667">
            <a:off x="6733587" y="1812726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" name="Flowchart: Connector 717">
            <a:extLst>
              <a:ext uri="{FF2B5EF4-FFF2-40B4-BE49-F238E27FC236}">
                <a16:creationId xmlns:a16="http://schemas.microsoft.com/office/drawing/2014/main" id="{0C32F06B-9940-8ABD-C928-D8CDDAEFA782}"/>
              </a:ext>
            </a:extLst>
          </p:cNvPr>
          <p:cNvSpPr/>
          <p:nvPr/>
        </p:nvSpPr>
        <p:spPr>
          <a:xfrm>
            <a:off x="6270998" y="25053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" name="Flowchart: Connector 718">
            <a:extLst>
              <a:ext uri="{FF2B5EF4-FFF2-40B4-BE49-F238E27FC236}">
                <a16:creationId xmlns:a16="http://schemas.microsoft.com/office/drawing/2014/main" id="{BBD27DB3-8253-33FF-D20D-ACBC4450A641}"/>
              </a:ext>
            </a:extLst>
          </p:cNvPr>
          <p:cNvSpPr/>
          <p:nvPr/>
        </p:nvSpPr>
        <p:spPr>
          <a:xfrm>
            <a:off x="5605099" y="250530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0" name="Flowchart: Connector 719">
            <a:extLst>
              <a:ext uri="{FF2B5EF4-FFF2-40B4-BE49-F238E27FC236}">
                <a16:creationId xmlns:a16="http://schemas.microsoft.com/office/drawing/2014/main" id="{4DCCAC6D-FCC7-D040-BC29-990BAE4A69CF}"/>
              </a:ext>
            </a:extLst>
          </p:cNvPr>
          <p:cNvSpPr/>
          <p:nvPr/>
        </p:nvSpPr>
        <p:spPr>
          <a:xfrm>
            <a:off x="7218290" y="38924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1" name="Flowchart: Connector 720">
            <a:extLst>
              <a:ext uri="{FF2B5EF4-FFF2-40B4-BE49-F238E27FC236}">
                <a16:creationId xmlns:a16="http://schemas.microsoft.com/office/drawing/2014/main" id="{60BF2888-AB04-A076-2D86-305A86868C20}"/>
              </a:ext>
            </a:extLst>
          </p:cNvPr>
          <p:cNvSpPr/>
          <p:nvPr/>
        </p:nvSpPr>
        <p:spPr>
          <a:xfrm>
            <a:off x="7216897" y="353891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2" name="Flowchart: Connector 721">
            <a:extLst>
              <a:ext uri="{FF2B5EF4-FFF2-40B4-BE49-F238E27FC236}">
                <a16:creationId xmlns:a16="http://schemas.microsoft.com/office/drawing/2014/main" id="{C2D73F4B-ACE1-6417-3A65-7405DE704173}"/>
              </a:ext>
            </a:extLst>
          </p:cNvPr>
          <p:cNvSpPr/>
          <p:nvPr/>
        </p:nvSpPr>
        <p:spPr>
          <a:xfrm>
            <a:off x="7227431" y="318009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3" name="Flowchart: Connector 722">
            <a:extLst>
              <a:ext uri="{FF2B5EF4-FFF2-40B4-BE49-F238E27FC236}">
                <a16:creationId xmlns:a16="http://schemas.microsoft.com/office/drawing/2014/main" id="{2191B5F1-040F-8DE2-1616-47DD9C47E9F1}"/>
              </a:ext>
            </a:extLst>
          </p:cNvPr>
          <p:cNvSpPr/>
          <p:nvPr/>
        </p:nvSpPr>
        <p:spPr>
          <a:xfrm>
            <a:off x="4672713" y="38924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4" name="Flowchart: Connector 723">
            <a:extLst>
              <a:ext uri="{FF2B5EF4-FFF2-40B4-BE49-F238E27FC236}">
                <a16:creationId xmlns:a16="http://schemas.microsoft.com/office/drawing/2014/main" id="{CBC7818C-2047-1DA9-E03A-33608A0581F8}"/>
              </a:ext>
            </a:extLst>
          </p:cNvPr>
          <p:cNvSpPr/>
          <p:nvPr/>
        </p:nvSpPr>
        <p:spPr>
          <a:xfrm>
            <a:off x="4671319" y="353891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" name="Flowchart: Connector 724">
            <a:extLst>
              <a:ext uri="{FF2B5EF4-FFF2-40B4-BE49-F238E27FC236}">
                <a16:creationId xmlns:a16="http://schemas.microsoft.com/office/drawing/2014/main" id="{1BAB1626-CBF6-B2B4-4F71-169753C3949D}"/>
              </a:ext>
            </a:extLst>
          </p:cNvPr>
          <p:cNvSpPr/>
          <p:nvPr/>
        </p:nvSpPr>
        <p:spPr>
          <a:xfrm>
            <a:off x="4681854" y="318009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6" name="Arrow: Left 725">
            <a:extLst>
              <a:ext uri="{FF2B5EF4-FFF2-40B4-BE49-F238E27FC236}">
                <a16:creationId xmlns:a16="http://schemas.microsoft.com/office/drawing/2014/main" id="{2361AC77-B92A-35DF-4826-553A75402906}"/>
              </a:ext>
            </a:extLst>
          </p:cNvPr>
          <p:cNvSpPr/>
          <p:nvPr/>
        </p:nvSpPr>
        <p:spPr>
          <a:xfrm>
            <a:off x="5661155" y="434657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" name="Arrow: Left 726">
            <a:extLst>
              <a:ext uri="{FF2B5EF4-FFF2-40B4-BE49-F238E27FC236}">
                <a16:creationId xmlns:a16="http://schemas.microsoft.com/office/drawing/2014/main" id="{7029618D-158F-FD2C-E8AE-6AADDBAD4692}"/>
              </a:ext>
            </a:extLst>
          </p:cNvPr>
          <p:cNvSpPr/>
          <p:nvPr/>
        </p:nvSpPr>
        <p:spPr>
          <a:xfrm rot="10800000">
            <a:off x="6353792" y="434657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8" name="Arrow: Left 727">
            <a:extLst>
              <a:ext uri="{FF2B5EF4-FFF2-40B4-BE49-F238E27FC236}">
                <a16:creationId xmlns:a16="http://schemas.microsoft.com/office/drawing/2014/main" id="{80E93C66-9DBF-6093-386B-CEB3BEBB0B1E}"/>
              </a:ext>
            </a:extLst>
          </p:cNvPr>
          <p:cNvSpPr/>
          <p:nvPr/>
        </p:nvSpPr>
        <p:spPr>
          <a:xfrm rot="10800000">
            <a:off x="6348817" y="257680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9" name="Arrow: Left 728">
            <a:extLst>
              <a:ext uri="{FF2B5EF4-FFF2-40B4-BE49-F238E27FC236}">
                <a16:creationId xmlns:a16="http://schemas.microsoft.com/office/drawing/2014/main" id="{FE2E54A2-30FF-B1C7-F413-38D1302282AB}"/>
              </a:ext>
            </a:extLst>
          </p:cNvPr>
          <p:cNvSpPr/>
          <p:nvPr/>
        </p:nvSpPr>
        <p:spPr>
          <a:xfrm>
            <a:off x="5662500" y="257680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0" name="Arrow: Left 729">
            <a:extLst>
              <a:ext uri="{FF2B5EF4-FFF2-40B4-BE49-F238E27FC236}">
                <a16:creationId xmlns:a16="http://schemas.microsoft.com/office/drawing/2014/main" id="{96C0EE48-BCBE-73EE-E83C-C953D6DB1437}"/>
              </a:ext>
            </a:extLst>
          </p:cNvPr>
          <p:cNvSpPr/>
          <p:nvPr/>
        </p:nvSpPr>
        <p:spPr>
          <a:xfrm rot="5400000">
            <a:off x="4742696" y="325414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1" name="Arrow: Left 730">
            <a:extLst>
              <a:ext uri="{FF2B5EF4-FFF2-40B4-BE49-F238E27FC236}">
                <a16:creationId xmlns:a16="http://schemas.microsoft.com/office/drawing/2014/main" id="{89B8351F-9D16-884C-649D-9F0038611DDF}"/>
              </a:ext>
            </a:extLst>
          </p:cNvPr>
          <p:cNvSpPr/>
          <p:nvPr/>
        </p:nvSpPr>
        <p:spPr>
          <a:xfrm rot="5400000">
            <a:off x="7282517" y="325632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2" name="Arrow: Left 731">
            <a:extLst>
              <a:ext uri="{FF2B5EF4-FFF2-40B4-BE49-F238E27FC236}">
                <a16:creationId xmlns:a16="http://schemas.microsoft.com/office/drawing/2014/main" id="{83D67274-5142-87AA-99B2-494187D8B392}"/>
              </a:ext>
            </a:extLst>
          </p:cNvPr>
          <p:cNvSpPr/>
          <p:nvPr/>
        </p:nvSpPr>
        <p:spPr>
          <a:xfrm rot="16200000">
            <a:off x="4732163" y="397940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3" name="Arrow: Left 732">
            <a:extLst>
              <a:ext uri="{FF2B5EF4-FFF2-40B4-BE49-F238E27FC236}">
                <a16:creationId xmlns:a16="http://schemas.microsoft.com/office/drawing/2014/main" id="{953B06BF-A903-FFB4-BE6C-E98EE53A657A}"/>
              </a:ext>
            </a:extLst>
          </p:cNvPr>
          <p:cNvSpPr/>
          <p:nvPr/>
        </p:nvSpPr>
        <p:spPr>
          <a:xfrm rot="16200000">
            <a:off x="7277741" y="3991576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4" name="Arrow: Left 733">
            <a:extLst>
              <a:ext uri="{FF2B5EF4-FFF2-40B4-BE49-F238E27FC236}">
                <a16:creationId xmlns:a16="http://schemas.microsoft.com/office/drawing/2014/main" id="{09C3B60E-4EE7-2681-999A-35B7A4E6A3EE}"/>
              </a:ext>
            </a:extLst>
          </p:cNvPr>
          <p:cNvSpPr/>
          <p:nvPr/>
        </p:nvSpPr>
        <p:spPr>
          <a:xfrm rot="16200000">
            <a:off x="5990988" y="258980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5" name="Arrow: Left 734">
            <a:extLst>
              <a:ext uri="{FF2B5EF4-FFF2-40B4-BE49-F238E27FC236}">
                <a16:creationId xmlns:a16="http://schemas.microsoft.com/office/drawing/2014/main" id="{4CE06EF7-83EF-18D7-1C51-8D124E290CFF}"/>
              </a:ext>
            </a:extLst>
          </p:cNvPr>
          <p:cNvSpPr/>
          <p:nvPr/>
        </p:nvSpPr>
        <p:spPr>
          <a:xfrm rot="5400000">
            <a:off x="5990994" y="435475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6" name="Arrow: Left 735">
            <a:extLst>
              <a:ext uri="{FF2B5EF4-FFF2-40B4-BE49-F238E27FC236}">
                <a16:creationId xmlns:a16="http://schemas.microsoft.com/office/drawing/2014/main" id="{237B4BC1-8011-FFD5-D16D-5188A091E74C}"/>
              </a:ext>
            </a:extLst>
          </p:cNvPr>
          <p:cNvSpPr/>
          <p:nvPr/>
        </p:nvSpPr>
        <p:spPr>
          <a:xfrm>
            <a:off x="7285904" y="361823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" name="Arrow: Left 736">
            <a:extLst>
              <a:ext uri="{FF2B5EF4-FFF2-40B4-BE49-F238E27FC236}">
                <a16:creationId xmlns:a16="http://schemas.microsoft.com/office/drawing/2014/main" id="{52A50DF3-8FEF-2001-BD18-117817C122C8}"/>
              </a:ext>
            </a:extLst>
          </p:cNvPr>
          <p:cNvSpPr/>
          <p:nvPr/>
        </p:nvSpPr>
        <p:spPr>
          <a:xfrm rot="10800000">
            <a:off x="4739670" y="361041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7D9AC339-3984-255F-BA9B-561326882BA9}"/>
              </a:ext>
            </a:extLst>
          </p:cNvPr>
          <p:cNvSpPr/>
          <p:nvPr/>
        </p:nvSpPr>
        <p:spPr>
          <a:xfrm>
            <a:off x="4291229" y="2008468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5</a:t>
            </a:r>
          </a:p>
        </p:txBody>
      </p:sp>
      <p:pic>
        <p:nvPicPr>
          <p:cNvPr id="741" name="Picture 740">
            <a:extLst>
              <a:ext uri="{FF2B5EF4-FFF2-40B4-BE49-F238E27FC236}">
                <a16:creationId xmlns:a16="http://schemas.microsoft.com/office/drawing/2014/main" id="{17614E0A-2D3F-F975-EB5D-D935DC517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785" y="2223642"/>
            <a:ext cx="252207" cy="263367"/>
          </a:xfrm>
          <a:prstGeom prst="rect">
            <a:avLst/>
          </a:prstGeom>
        </p:spPr>
      </p:pic>
      <p:pic>
        <p:nvPicPr>
          <p:cNvPr id="743" name="Picture 742">
            <a:extLst>
              <a:ext uri="{FF2B5EF4-FFF2-40B4-BE49-F238E27FC236}">
                <a16:creationId xmlns:a16="http://schemas.microsoft.com/office/drawing/2014/main" id="{8CE85F5A-9F15-A81D-2A4B-F4147DD85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783" y="2229785"/>
            <a:ext cx="252207" cy="263367"/>
          </a:xfrm>
          <a:prstGeom prst="rect">
            <a:avLst/>
          </a:prstGeom>
        </p:spPr>
      </p:pic>
      <p:pic>
        <p:nvPicPr>
          <p:cNvPr id="745" name="Picture 744">
            <a:extLst>
              <a:ext uri="{FF2B5EF4-FFF2-40B4-BE49-F238E27FC236}">
                <a16:creationId xmlns:a16="http://schemas.microsoft.com/office/drawing/2014/main" id="{CE93A44D-EA66-2439-F145-24B8D2224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690" y="4661831"/>
            <a:ext cx="252207" cy="263367"/>
          </a:xfrm>
          <a:prstGeom prst="rect">
            <a:avLst/>
          </a:prstGeom>
        </p:spPr>
      </p:pic>
      <p:pic>
        <p:nvPicPr>
          <p:cNvPr id="747" name="Picture 746">
            <a:extLst>
              <a:ext uri="{FF2B5EF4-FFF2-40B4-BE49-F238E27FC236}">
                <a16:creationId xmlns:a16="http://schemas.microsoft.com/office/drawing/2014/main" id="{27E39157-89E5-F3FA-9DC6-152ABAA9A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507" y="4658498"/>
            <a:ext cx="252207" cy="263367"/>
          </a:xfrm>
          <a:prstGeom prst="rect">
            <a:avLst/>
          </a:prstGeom>
        </p:spPr>
      </p:pic>
      <p:pic>
        <p:nvPicPr>
          <p:cNvPr id="749" name="Picture 748">
            <a:extLst>
              <a:ext uri="{FF2B5EF4-FFF2-40B4-BE49-F238E27FC236}">
                <a16:creationId xmlns:a16="http://schemas.microsoft.com/office/drawing/2014/main" id="{BC7A9588-21EF-BDBC-429E-4E535348C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55" y="2892809"/>
            <a:ext cx="252207" cy="263367"/>
          </a:xfrm>
          <a:prstGeom prst="rect">
            <a:avLst/>
          </a:prstGeom>
        </p:spPr>
      </p:pic>
      <p:pic>
        <p:nvPicPr>
          <p:cNvPr id="751" name="Picture 750">
            <a:extLst>
              <a:ext uri="{FF2B5EF4-FFF2-40B4-BE49-F238E27FC236}">
                <a16:creationId xmlns:a16="http://schemas.microsoft.com/office/drawing/2014/main" id="{CFFA4A5E-3216-3967-F705-59B0E0B73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49" y="4206860"/>
            <a:ext cx="252207" cy="263367"/>
          </a:xfrm>
          <a:prstGeom prst="rect">
            <a:avLst/>
          </a:prstGeom>
        </p:spPr>
      </p:pic>
      <p:pic>
        <p:nvPicPr>
          <p:cNvPr id="753" name="Picture 752">
            <a:extLst>
              <a:ext uri="{FF2B5EF4-FFF2-40B4-BE49-F238E27FC236}">
                <a16:creationId xmlns:a16="http://schemas.microsoft.com/office/drawing/2014/main" id="{FA2D436A-17EA-8E7A-5E97-3789985DB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182" y="2914448"/>
            <a:ext cx="252207" cy="263367"/>
          </a:xfrm>
          <a:prstGeom prst="rect">
            <a:avLst/>
          </a:prstGeom>
        </p:spPr>
      </p:pic>
      <p:pic>
        <p:nvPicPr>
          <p:cNvPr id="755" name="Picture 754">
            <a:extLst>
              <a:ext uri="{FF2B5EF4-FFF2-40B4-BE49-F238E27FC236}">
                <a16:creationId xmlns:a16="http://schemas.microsoft.com/office/drawing/2014/main" id="{532C817A-CAB8-09C6-5177-F1356DE01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011" y="4160028"/>
            <a:ext cx="252207" cy="26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8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EE02-55CF-9595-F490-82BB7BF3F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 657">
            <a:extLst>
              <a:ext uri="{FF2B5EF4-FFF2-40B4-BE49-F238E27FC236}">
                <a16:creationId xmlns:a16="http://schemas.microsoft.com/office/drawing/2014/main" id="{87850778-14D6-D4CC-9FE7-538B23CB2B2C}"/>
              </a:ext>
            </a:extLst>
          </p:cNvPr>
          <p:cNvSpPr/>
          <p:nvPr/>
        </p:nvSpPr>
        <p:spPr>
          <a:xfrm>
            <a:off x="170489" y="3931226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B1BBFD90-1061-163F-A8C5-E1759AC6FBD6}"/>
              </a:ext>
            </a:extLst>
          </p:cNvPr>
          <p:cNvSpPr/>
          <p:nvPr/>
        </p:nvSpPr>
        <p:spPr>
          <a:xfrm>
            <a:off x="8416266" y="3927824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13F0C180-5F19-7423-2E58-449FA52AC761}"/>
              </a:ext>
            </a:extLst>
          </p:cNvPr>
          <p:cNvSpPr/>
          <p:nvPr/>
        </p:nvSpPr>
        <p:spPr>
          <a:xfrm>
            <a:off x="8401882" y="174931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63054121-7C0D-FDD3-2BC7-5B21F7682CBF}"/>
              </a:ext>
            </a:extLst>
          </p:cNvPr>
          <p:cNvSpPr/>
          <p:nvPr/>
        </p:nvSpPr>
        <p:spPr>
          <a:xfrm>
            <a:off x="4304907" y="2183229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96A4DE48-D427-A40A-A964-D7FE39649D51}"/>
              </a:ext>
            </a:extLst>
          </p:cNvPr>
          <p:cNvSpPr/>
          <p:nvPr/>
        </p:nvSpPr>
        <p:spPr>
          <a:xfrm rot="16200000" flipH="1">
            <a:off x="1610903" y="-1750053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8B13B65F-20FF-CBFE-0921-A546483E9BFA}"/>
              </a:ext>
            </a:extLst>
          </p:cNvPr>
          <p:cNvSpPr/>
          <p:nvPr/>
        </p:nvSpPr>
        <p:spPr>
          <a:xfrm rot="5400000">
            <a:off x="-1503228" y="-1833531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FA1E7-E3C0-F732-357E-B1BAEF9F7933}"/>
              </a:ext>
            </a:extLst>
          </p:cNvPr>
          <p:cNvSpPr txBox="1"/>
          <p:nvPr/>
        </p:nvSpPr>
        <p:spPr>
          <a:xfrm>
            <a:off x="1781462" y="2590114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FC8CF-DB88-C262-8D7A-1FCE183186CC}"/>
              </a:ext>
            </a:extLst>
          </p:cNvPr>
          <p:cNvSpPr txBox="1"/>
          <p:nvPr/>
        </p:nvSpPr>
        <p:spPr>
          <a:xfrm>
            <a:off x="1765702" y="112850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9F0E9F-3492-1A23-00C4-4C81EB783165}"/>
              </a:ext>
            </a:extLst>
          </p:cNvPr>
          <p:cNvSpPr txBox="1"/>
          <p:nvPr/>
        </p:nvSpPr>
        <p:spPr>
          <a:xfrm>
            <a:off x="3407535" y="1493932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B9C9FC-DA12-1996-B335-E03FD9C69C47}"/>
              </a:ext>
            </a:extLst>
          </p:cNvPr>
          <p:cNvSpPr txBox="1"/>
          <p:nvPr/>
        </p:nvSpPr>
        <p:spPr>
          <a:xfrm>
            <a:off x="130727" y="1506790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ABB551C-DC37-919F-0B1E-D8AB1B557DE0}"/>
              </a:ext>
            </a:extLst>
          </p:cNvPr>
          <p:cNvSpPr/>
          <p:nvPr/>
        </p:nvSpPr>
        <p:spPr>
          <a:xfrm>
            <a:off x="1781754" y="479615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DF982CFD-046E-C7BB-B1B9-85971AD60A81}"/>
              </a:ext>
            </a:extLst>
          </p:cNvPr>
          <p:cNvSpPr/>
          <p:nvPr/>
        </p:nvSpPr>
        <p:spPr>
          <a:xfrm>
            <a:off x="1781754" y="22531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91F13667-EE97-52B6-589E-4E44A0AD9998}"/>
              </a:ext>
            </a:extLst>
          </p:cNvPr>
          <p:cNvSpPr/>
          <p:nvPr/>
        </p:nvSpPr>
        <p:spPr>
          <a:xfrm>
            <a:off x="2114704" y="22531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C2516037-99CE-2C80-155F-6E50C1E55013}"/>
              </a:ext>
            </a:extLst>
          </p:cNvPr>
          <p:cNvSpPr/>
          <p:nvPr/>
        </p:nvSpPr>
        <p:spPr>
          <a:xfrm>
            <a:off x="1448805" y="22531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C6EB1D92-E330-3B0F-1239-38F09F0CEA45}"/>
              </a:ext>
            </a:extLst>
          </p:cNvPr>
          <p:cNvSpPr/>
          <p:nvPr/>
        </p:nvSpPr>
        <p:spPr>
          <a:xfrm>
            <a:off x="-1608063" y="1030855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B3EB8E2-090F-4028-D5A1-B771277B8FF7}"/>
              </a:ext>
            </a:extLst>
          </p:cNvPr>
          <p:cNvSpPr/>
          <p:nvPr/>
        </p:nvSpPr>
        <p:spPr>
          <a:xfrm>
            <a:off x="-388649" y="2315557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DE041E3A-62EE-41F7-3034-F719A605EA55}"/>
              </a:ext>
            </a:extLst>
          </p:cNvPr>
          <p:cNvSpPr/>
          <p:nvPr/>
        </p:nvSpPr>
        <p:spPr>
          <a:xfrm flipH="1">
            <a:off x="1193863" y="1038299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F63454B1-2EF4-5966-08F0-D91DD360C258}"/>
              </a:ext>
            </a:extLst>
          </p:cNvPr>
          <p:cNvSpPr/>
          <p:nvPr/>
        </p:nvSpPr>
        <p:spPr>
          <a:xfrm flipH="1">
            <a:off x="2541047" y="2293882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324754-C18C-10A2-92A4-99620D6D8863}"/>
              </a:ext>
            </a:extLst>
          </p:cNvPr>
          <p:cNvCxnSpPr/>
          <p:nvPr/>
        </p:nvCxnSpPr>
        <p:spPr>
          <a:xfrm flipV="1">
            <a:off x="1193863" y="472104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D7B416-1DA6-1FDD-4877-57B313AB11E7}"/>
              </a:ext>
            </a:extLst>
          </p:cNvPr>
          <p:cNvCxnSpPr/>
          <p:nvPr/>
        </p:nvCxnSpPr>
        <p:spPr>
          <a:xfrm flipV="1">
            <a:off x="2645860" y="472104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15074533-14B9-E0EA-9993-42C07B2FD5B2}"/>
              </a:ext>
            </a:extLst>
          </p:cNvPr>
          <p:cNvSpPr/>
          <p:nvPr/>
        </p:nvSpPr>
        <p:spPr>
          <a:xfrm rot="6478505">
            <a:off x="-207980" y="-404644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15560BB2-E5A4-2FBD-63E6-2FB817FB398D}"/>
              </a:ext>
            </a:extLst>
          </p:cNvPr>
          <p:cNvSpPr/>
          <p:nvPr/>
        </p:nvSpPr>
        <p:spPr>
          <a:xfrm rot="11664667">
            <a:off x="2579773" y="-209243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12203C4C-8E12-C200-DDBF-C962D3A05FEB}"/>
              </a:ext>
            </a:extLst>
          </p:cNvPr>
          <p:cNvSpPr/>
          <p:nvPr/>
        </p:nvSpPr>
        <p:spPr>
          <a:xfrm>
            <a:off x="2117184" y="48333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9B4EE2EC-4222-48CC-016C-C026077437A8}"/>
              </a:ext>
            </a:extLst>
          </p:cNvPr>
          <p:cNvSpPr/>
          <p:nvPr/>
        </p:nvSpPr>
        <p:spPr>
          <a:xfrm>
            <a:off x="1451285" y="48333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5DAD20E9-E1A9-15BE-CE81-1F374DB6E912}"/>
              </a:ext>
            </a:extLst>
          </p:cNvPr>
          <p:cNvSpPr/>
          <p:nvPr/>
        </p:nvSpPr>
        <p:spPr>
          <a:xfrm>
            <a:off x="3064476" y="187043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AD17778-54C0-BC76-5FDB-BCEE4E1E9F53}"/>
              </a:ext>
            </a:extLst>
          </p:cNvPr>
          <p:cNvSpPr/>
          <p:nvPr/>
        </p:nvSpPr>
        <p:spPr>
          <a:xfrm>
            <a:off x="3063083" y="151694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0B3C57E2-9BB8-AEB2-8882-5478667493FF}"/>
              </a:ext>
            </a:extLst>
          </p:cNvPr>
          <p:cNvSpPr/>
          <p:nvPr/>
        </p:nvSpPr>
        <p:spPr>
          <a:xfrm>
            <a:off x="3073617" y="115812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9CFEB6A1-21BA-735F-95F0-E74B4B7CF2D7}"/>
              </a:ext>
            </a:extLst>
          </p:cNvPr>
          <p:cNvSpPr/>
          <p:nvPr/>
        </p:nvSpPr>
        <p:spPr>
          <a:xfrm>
            <a:off x="518899" y="187043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27542132-6F8C-B924-5EB3-1E76064FBFBC}"/>
              </a:ext>
            </a:extLst>
          </p:cNvPr>
          <p:cNvSpPr/>
          <p:nvPr/>
        </p:nvSpPr>
        <p:spPr>
          <a:xfrm>
            <a:off x="517505" y="151694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72A20292-45AF-039B-6FB7-875B5AB977D4}"/>
              </a:ext>
            </a:extLst>
          </p:cNvPr>
          <p:cNvSpPr/>
          <p:nvPr/>
        </p:nvSpPr>
        <p:spPr>
          <a:xfrm>
            <a:off x="528040" y="115812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Left 54">
            <a:extLst>
              <a:ext uri="{FF2B5EF4-FFF2-40B4-BE49-F238E27FC236}">
                <a16:creationId xmlns:a16="http://schemas.microsoft.com/office/drawing/2014/main" id="{0DF19174-E90F-0E3E-2A67-A42D84A7733B}"/>
              </a:ext>
            </a:extLst>
          </p:cNvPr>
          <p:cNvSpPr/>
          <p:nvPr/>
        </p:nvSpPr>
        <p:spPr>
          <a:xfrm>
            <a:off x="1507341" y="232460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Left 56">
            <a:extLst>
              <a:ext uri="{FF2B5EF4-FFF2-40B4-BE49-F238E27FC236}">
                <a16:creationId xmlns:a16="http://schemas.microsoft.com/office/drawing/2014/main" id="{A4BBA9F2-4E1B-4A22-D680-69E5E5880E56}"/>
              </a:ext>
            </a:extLst>
          </p:cNvPr>
          <p:cNvSpPr/>
          <p:nvPr/>
        </p:nvSpPr>
        <p:spPr>
          <a:xfrm rot="10800000">
            <a:off x="2199978" y="23246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Left 58">
            <a:extLst>
              <a:ext uri="{FF2B5EF4-FFF2-40B4-BE49-F238E27FC236}">
                <a16:creationId xmlns:a16="http://schemas.microsoft.com/office/drawing/2014/main" id="{73FB5C4E-D5C5-ED19-47B5-6CB17506C6DB}"/>
              </a:ext>
            </a:extLst>
          </p:cNvPr>
          <p:cNvSpPr/>
          <p:nvPr/>
        </p:nvSpPr>
        <p:spPr>
          <a:xfrm rot="10800000">
            <a:off x="2195003" y="55483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Left 60">
            <a:extLst>
              <a:ext uri="{FF2B5EF4-FFF2-40B4-BE49-F238E27FC236}">
                <a16:creationId xmlns:a16="http://schemas.microsoft.com/office/drawing/2014/main" id="{2C8A3C14-D4F7-AFF4-23AE-399F42790280}"/>
              </a:ext>
            </a:extLst>
          </p:cNvPr>
          <p:cNvSpPr/>
          <p:nvPr/>
        </p:nvSpPr>
        <p:spPr>
          <a:xfrm>
            <a:off x="1508686" y="55483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Left 62">
            <a:extLst>
              <a:ext uri="{FF2B5EF4-FFF2-40B4-BE49-F238E27FC236}">
                <a16:creationId xmlns:a16="http://schemas.microsoft.com/office/drawing/2014/main" id="{B57F7627-F789-6A8A-DBED-E30273BFE542}"/>
              </a:ext>
            </a:extLst>
          </p:cNvPr>
          <p:cNvSpPr/>
          <p:nvPr/>
        </p:nvSpPr>
        <p:spPr>
          <a:xfrm rot="5400000">
            <a:off x="588882" y="1232176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Left 64">
            <a:extLst>
              <a:ext uri="{FF2B5EF4-FFF2-40B4-BE49-F238E27FC236}">
                <a16:creationId xmlns:a16="http://schemas.microsoft.com/office/drawing/2014/main" id="{D22EB31A-369E-34CE-8F44-EF28F3ED2BA9}"/>
              </a:ext>
            </a:extLst>
          </p:cNvPr>
          <p:cNvSpPr/>
          <p:nvPr/>
        </p:nvSpPr>
        <p:spPr>
          <a:xfrm rot="5400000">
            <a:off x="3128703" y="123435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Left 66">
            <a:extLst>
              <a:ext uri="{FF2B5EF4-FFF2-40B4-BE49-F238E27FC236}">
                <a16:creationId xmlns:a16="http://schemas.microsoft.com/office/drawing/2014/main" id="{33A77F47-969C-AF58-407F-92F9ABF5974C}"/>
              </a:ext>
            </a:extLst>
          </p:cNvPr>
          <p:cNvSpPr/>
          <p:nvPr/>
        </p:nvSpPr>
        <p:spPr>
          <a:xfrm rot="16200000">
            <a:off x="578349" y="195743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Left 68">
            <a:extLst>
              <a:ext uri="{FF2B5EF4-FFF2-40B4-BE49-F238E27FC236}">
                <a16:creationId xmlns:a16="http://schemas.microsoft.com/office/drawing/2014/main" id="{B8F3E4BF-C274-BAE6-952B-D9A302AEA0F2}"/>
              </a:ext>
            </a:extLst>
          </p:cNvPr>
          <p:cNvSpPr/>
          <p:nvPr/>
        </p:nvSpPr>
        <p:spPr>
          <a:xfrm rot="16200000">
            <a:off x="3123927" y="196960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Left 72">
            <a:extLst>
              <a:ext uri="{FF2B5EF4-FFF2-40B4-BE49-F238E27FC236}">
                <a16:creationId xmlns:a16="http://schemas.microsoft.com/office/drawing/2014/main" id="{73D140A8-3AEF-FD03-16E6-9B8401B5810F}"/>
              </a:ext>
            </a:extLst>
          </p:cNvPr>
          <p:cNvSpPr/>
          <p:nvPr/>
        </p:nvSpPr>
        <p:spPr>
          <a:xfrm rot="16200000">
            <a:off x="1837174" y="56783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row: Left 74">
            <a:extLst>
              <a:ext uri="{FF2B5EF4-FFF2-40B4-BE49-F238E27FC236}">
                <a16:creationId xmlns:a16="http://schemas.microsoft.com/office/drawing/2014/main" id="{69081CAC-9729-C618-B844-94A9D6A259E5}"/>
              </a:ext>
            </a:extLst>
          </p:cNvPr>
          <p:cNvSpPr/>
          <p:nvPr/>
        </p:nvSpPr>
        <p:spPr>
          <a:xfrm rot="5400000">
            <a:off x="1837180" y="2332781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Left 78">
            <a:extLst>
              <a:ext uri="{FF2B5EF4-FFF2-40B4-BE49-F238E27FC236}">
                <a16:creationId xmlns:a16="http://schemas.microsoft.com/office/drawing/2014/main" id="{2CF8B257-2A8F-DBC8-AFE6-17B753D8DECA}"/>
              </a:ext>
            </a:extLst>
          </p:cNvPr>
          <p:cNvSpPr/>
          <p:nvPr/>
        </p:nvSpPr>
        <p:spPr>
          <a:xfrm>
            <a:off x="3132090" y="159626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Left 80">
            <a:extLst>
              <a:ext uri="{FF2B5EF4-FFF2-40B4-BE49-F238E27FC236}">
                <a16:creationId xmlns:a16="http://schemas.microsoft.com/office/drawing/2014/main" id="{5967975F-731C-A0D2-FB2E-58E9AB544B5E}"/>
              </a:ext>
            </a:extLst>
          </p:cNvPr>
          <p:cNvSpPr/>
          <p:nvPr/>
        </p:nvSpPr>
        <p:spPr>
          <a:xfrm rot="10800000">
            <a:off x="585856" y="158844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39AACA51-C448-2570-5603-5399F90D9642}"/>
              </a:ext>
            </a:extLst>
          </p:cNvPr>
          <p:cNvSpPr/>
          <p:nvPr/>
        </p:nvSpPr>
        <p:spPr>
          <a:xfrm>
            <a:off x="151093" y="161260"/>
            <a:ext cx="3598957" cy="277723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CCA873B2-C9A7-93CA-5EF1-82BE7689E3CE}"/>
              </a:ext>
            </a:extLst>
          </p:cNvPr>
          <p:cNvSpPr/>
          <p:nvPr/>
        </p:nvSpPr>
        <p:spPr>
          <a:xfrm>
            <a:off x="137415" y="-13501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1</a:t>
            </a:r>
          </a:p>
        </p:txBody>
      </p:sp>
      <p:sp>
        <p:nvSpPr>
          <p:cNvPr id="580" name="Arc 579">
            <a:extLst>
              <a:ext uri="{FF2B5EF4-FFF2-40B4-BE49-F238E27FC236}">
                <a16:creationId xmlns:a16="http://schemas.microsoft.com/office/drawing/2014/main" id="{A0BE9A12-D410-8AAA-751C-55B0F19B834E}"/>
              </a:ext>
            </a:extLst>
          </p:cNvPr>
          <p:cNvSpPr/>
          <p:nvPr/>
        </p:nvSpPr>
        <p:spPr>
          <a:xfrm rot="16200000" flipH="1">
            <a:off x="9861692" y="-1736382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1" name="Arc 580">
            <a:extLst>
              <a:ext uri="{FF2B5EF4-FFF2-40B4-BE49-F238E27FC236}">
                <a16:creationId xmlns:a16="http://schemas.microsoft.com/office/drawing/2014/main" id="{6218D10D-F890-004D-8D17-E186C1980BF0}"/>
              </a:ext>
            </a:extLst>
          </p:cNvPr>
          <p:cNvSpPr/>
          <p:nvPr/>
        </p:nvSpPr>
        <p:spPr>
          <a:xfrm rot="5400000">
            <a:off x="6747561" y="-1819860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3BF4BFED-A2A6-2385-FF7F-F27897D74C45}"/>
              </a:ext>
            </a:extLst>
          </p:cNvPr>
          <p:cNvSpPr txBox="1"/>
          <p:nvPr/>
        </p:nvSpPr>
        <p:spPr>
          <a:xfrm>
            <a:off x="10032251" y="2603785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ECEF278B-51FA-431A-45CB-3FD526B42EF2}"/>
              </a:ext>
            </a:extLst>
          </p:cNvPr>
          <p:cNvSpPr txBox="1"/>
          <p:nvPr/>
        </p:nvSpPr>
        <p:spPr>
          <a:xfrm>
            <a:off x="10016491" y="126521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E350D237-07BE-CE40-1F93-E0937745FBF1}"/>
              </a:ext>
            </a:extLst>
          </p:cNvPr>
          <p:cNvSpPr txBox="1"/>
          <p:nvPr/>
        </p:nvSpPr>
        <p:spPr>
          <a:xfrm>
            <a:off x="11658324" y="1507603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2069A47F-F35F-FAEE-6A06-9F9B374C3046}"/>
              </a:ext>
            </a:extLst>
          </p:cNvPr>
          <p:cNvSpPr txBox="1"/>
          <p:nvPr/>
        </p:nvSpPr>
        <p:spPr>
          <a:xfrm>
            <a:off x="8381516" y="1520461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586" name="Flowchart: Connector 585">
            <a:extLst>
              <a:ext uri="{FF2B5EF4-FFF2-40B4-BE49-F238E27FC236}">
                <a16:creationId xmlns:a16="http://schemas.microsoft.com/office/drawing/2014/main" id="{E40494A5-BD0B-DA13-4670-1FF3B6697556}"/>
              </a:ext>
            </a:extLst>
          </p:cNvPr>
          <p:cNvSpPr/>
          <p:nvPr/>
        </p:nvSpPr>
        <p:spPr>
          <a:xfrm>
            <a:off x="10032543" y="493286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Flowchart: Connector 586">
            <a:extLst>
              <a:ext uri="{FF2B5EF4-FFF2-40B4-BE49-F238E27FC236}">
                <a16:creationId xmlns:a16="http://schemas.microsoft.com/office/drawing/2014/main" id="{152CC59D-0565-5072-EF02-74E5F8E4169E}"/>
              </a:ext>
            </a:extLst>
          </p:cNvPr>
          <p:cNvSpPr/>
          <p:nvPr/>
        </p:nvSpPr>
        <p:spPr>
          <a:xfrm>
            <a:off x="10032543" y="2266780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Flowchart: Connector 587">
            <a:extLst>
              <a:ext uri="{FF2B5EF4-FFF2-40B4-BE49-F238E27FC236}">
                <a16:creationId xmlns:a16="http://schemas.microsoft.com/office/drawing/2014/main" id="{703DEE5A-4DF7-71AE-496B-8271A63CA941}"/>
              </a:ext>
            </a:extLst>
          </p:cNvPr>
          <p:cNvSpPr/>
          <p:nvPr/>
        </p:nvSpPr>
        <p:spPr>
          <a:xfrm>
            <a:off x="10365493" y="22667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Flowchart: Connector 588">
            <a:extLst>
              <a:ext uri="{FF2B5EF4-FFF2-40B4-BE49-F238E27FC236}">
                <a16:creationId xmlns:a16="http://schemas.microsoft.com/office/drawing/2014/main" id="{80DF69D8-E402-B10B-6399-0FA1E567F075}"/>
              </a:ext>
            </a:extLst>
          </p:cNvPr>
          <p:cNvSpPr/>
          <p:nvPr/>
        </p:nvSpPr>
        <p:spPr>
          <a:xfrm>
            <a:off x="9699594" y="22667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Arc 589">
            <a:extLst>
              <a:ext uri="{FF2B5EF4-FFF2-40B4-BE49-F238E27FC236}">
                <a16:creationId xmlns:a16="http://schemas.microsoft.com/office/drawing/2014/main" id="{72BDAAE6-B61E-469F-928F-E1062F2C2661}"/>
              </a:ext>
            </a:extLst>
          </p:cNvPr>
          <p:cNvSpPr/>
          <p:nvPr/>
        </p:nvSpPr>
        <p:spPr>
          <a:xfrm>
            <a:off x="6642726" y="1044526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1" name="Arc 590">
            <a:extLst>
              <a:ext uri="{FF2B5EF4-FFF2-40B4-BE49-F238E27FC236}">
                <a16:creationId xmlns:a16="http://schemas.microsoft.com/office/drawing/2014/main" id="{91EB9F9E-258E-ED7B-CDE4-16CFDDBCAB07}"/>
              </a:ext>
            </a:extLst>
          </p:cNvPr>
          <p:cNvSpPr/>
          <p:nvPr/>
        </p:nvSpPr>
        <p:spPr>
          <a:xfrm>
            <a:off x="7862140" y="2329228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Arc 591">
            <a:extLst>
              <a:ext uri="{FF2B5EF4-FFF2-40B4-BE49-F238E27FC236}">
                <a16:creationId xmlns:a16="http://schemas.microsoft.com/office/drawing/2014/main" id="{9BAB5A5F-BCC2-58BA-5B2B-98C5E536183D}"/>
              </a:ext>
            </a:extLst>
          </p:cNvPr>
          <p:cNvSpPr/>
          <p:nvPr/>
        </p:nvSpPr>
        <p:spPr>
          <a:xfrm flipH="1">
            <a:off x="9444652" y="1051970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" name="Arc 592">
            <a:extLst>
              <a:ext uri="{FF2B5EF4-FFF2-40B4-BE49-F238E27FC236}">
                <a16:creationId xmlns:a16="http://schemas.microsoft.com/office/drawing/2014/main" id="{51F8F236-0864-D7CF-B816-5A75D446CA64}"/>
              </a:ext>
            </a:extLst>
          </p:cNvPr>
          <p:cNvSpPr/>
          <p:nvPr/>
        </p:nvSpPr>
        <p:spPr>
          <a:xfrm flipH="1">
            <a:off x="10791836" y="2307553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84456E68-DD62-5375-D6CE-CC6D30F4FB0E}"/>
              </a:ext>
            </a:extLst>
          </p:cNvPr>
          <p:cNvCxnSpPr/>
          <p:nvPr/>
        </p:nvCxnSpPr>
        <p:spPr>
          <a:xfrm flipV="1">
            <a:off x="9444652" y="485775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0374A840-C966-7DAF-ED79-C39064EDCE88}"/>
              </a:ext>
            </a:extLst>
          </p:cNvPr>
          <p:cNvCxnSpPr/>
          <p:nvPr/>
        </p:nvCxnSpPr>
        <p:spPr>
          <a:xfrm flipV="1">
            <a:off x="10896649" y="485775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Arc 595">
            <a:extLst>
              <a:ext uri="{FF2B5EF4-FFF2-40B4-BE49-F238E27FC236}">
                <a16:creationId xmlns:a16="http://schemas.microsoft.com/office/drawing/2014/main" id="{1AB1AD71-D6BC-4393-EBD6-309F76EA4191}"/>
              </a:ext>
            </a:extLst>
          </p:cNvPr>
          <p:cNvSpPr/>
          <p:nvPr/>
        </p:nvSpPr>
        <p:spPr>
          <a:xfrm rot="6478505">
            <a:off x="8042809" y="-390973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Arc 596">
            <a:extLst>
              <a:ext uri="{FF2B5EF4-FFF2-40B4-BE49-F238E27FC236}">
                <a16:creationId xmlns:a16="http://schemas.microsoft.com/office/drawing/2014/main" id="{BFBE8B19-1C44-29E2-7E53-58D9714BEBBB}"/>
              </a:ext>
            </a:extLst>
          </p:cNvPr>
          <p:cNvSpPr/>
          <p:nvPr/>
        </p:nvSpPr>
        <p:spPr>
          <a:xfrm rot="11664667">
            <a:off x="10830562" y="-195572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Flowchart: Connector 597">
            <a:extLst>
              <a:ext uri="{FF2B5EF4-FFF2-40B4-BE49-F238E27FC236}">
                <a16:creationId xmlns:a16="http://schemas.microsoft.com/office/drawing/2014/main" id="{A2A40FB2-C9FD-73ED-C95C-AC6AA3995879}"/>
              </a:ext>
            </a:extLst>
          </p:cNvPr>
          <p:cNvSpPr/>
          <p:nvPr/>
        </p:nvSpPr>
        <p:spPr>
          <a:xfrm>
            <a:off x="10367973" y="49700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Flowchart: Connector 598">
            <a:extLst>
              <a:ext uri="{FF2B5EF4-FFF2-40B4-BE49-F238E27FC236}">
                <a16:creationId xmlns:a16="http://schemas.microsoft.com/office/drawing/2014/main" id="{AAA23912-83FD-86B1-3848-3BEE94C7A96C}"/>
              </a:ext>
            </a:extLst>
          </p:cNvPr>
          <p:cNvSpPr/>
          <p:nvPr/>
        </p:nvSpPr>
        <p:spPr>
          <a:xfrm>
            <a:off x="9702074" y="49700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" name="Flowchart: Connector 599">
            <a:extLst>
              <a:ext uri="{FF2B5EF4-FFF2-40B4-BE49-F238E27FC236}">
                <a16:creationId xmlns:a16="http://schemas.microsoft.com/office/drawing/2014/main" id="{31882219-2390-B142-7B79-C8807D255856}"/>
              </a:ext>
            </a:extLst>
          </p:cNvPr>
          <p:cNvSpPr/>
          <p:nvPr/>
        </p:nvSpPr>
        <p:spPr>
          <a:xfrm>
            <a:off x="11315265" y="18841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" name="Flowchart: Connector 600">
            <a:extLst>
              <a:ext uri="{FF2B5EF4-FFF2-40B4-BE49-F238E27FC236}">
                <a16:creationId xmlns:a16="http://schemas.microsoft.com/office/drawing/2014/main" id="{6ED56BF3-5DE7-1738-506E-83581E316D65}"/>
              </a:ext>
            </a:extLst>
          </p:cNvPr>
          <p:cNvSpPr/>
          <p:nvPr/>
        </p:nvSpPr>
        <p:spPr>
          <a:xfrm>
            <a:off x="11313872" y="153061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Flowchart: Connector 601">
            <a:extLst>
              <a:ext uri="{FF2B5EF4-FFF2-40B4-BE49-F238E27FC236}">
                <a16:creationId xmlns:a16="http://schemas.microsoft.com/office/drawing/2014/main" id="{FA31D76D-7BB1-509A-98F6-285DBB489B89}"/>
              </a:ext>
            </a:extLst>
          </p:cNvPr>
          <p:cNvSpPr/>
          <p:nvPr/>
        </p:nvSpPr>
        <p:spPr>
          <a:xfrm>
            <a:off x="11324406" y="117179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" name="Flowchart: Connector 602">
            <a:extLst>
              <a:ext uri="{FF2B5EF4-FFF2-40B4-BE49-F238E27FC236}">
                <a16:creationId xmlns:a16="http://schemas.microsoft.com/office/drawing/2014/main" id="{8CE1F366-B317-C6E4-AE22-29EBA57F4781}"/>
              </a:ext>
            </a:extLst>
          </p:cNvPr>
          <p:cNvSpPr/>
          <p:nvPr/>
        </p:nvSpPr>
        <p:spPr>
          <a:xfrm>
            <a:off x="8769688" y="18841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" name="Flowchart: Connector 603">
            <a:extLst>
              <a:ext uri="{FF2B5EF4-FFF2-40B4-BE49-F238E27FC236}">
                <a16:creationId xmlns:a16="http://schemas.microsoft.com/office/drawing/2014/main" id="{70E3E42E-0EE8-724D-C82B-8CB5476C63C2}"/>
              </a:ext>
            </a:extLst>
          </p:cNvPr>
          <p:cNvSpPr/>
          <p:nvPr/>
        </p:nvSpPr>
        <p:spPr>
          <a:xfrm>
            <a:off x="8768294" y="153061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" name="Flowchart: Connector 604">
            <a:extLst>
              <a:ext uri="{FF2B5EF4-FFF2-40B4-BE49-F238E27FC236}">
                <a16:creationId xmlns:a16="http://schemas.microsoft.com/office/drawing/2014/main" id="{E59A500F-C2CB-9523-32AB-3D5E1C400734}"/>
              </a:ext>
            </a:extLst>
          </p:cNvPr>
          <p:cNvSpPr/>
          <p:nvPr/>
        </p:nvSpPr>
        <p:spPr>
          <a:xfrm>
            <a:off x="8778829" y="117179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Arrow: Left 605">
            <a:extLst>
              <a:ext uri="{FF2B5EF4-FFF2-40B4-BE49-F238E27FC236}">
                <a16:creationId xmlns:a16="http://schemas.microsoft.com/office/drawing/2014/main" id="{8A658B3E-0458-B4B0-713E-C7FC73932E8B}"/>
              </a:ext>
            </a:extLst>
          </p:cNvPr>
          <p:cNvSpPr/>
          <p:nvPr/>
        </p:nvSpPr>
        <p:spPr>
          <a:xfrm>
            <a:off x="9758130" y="2338280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7" name="Arrow: Left 606">
            <a:extLst>
              <a:ext uri="{FF2B5EF4-FFF2-40B4-BE49-F238E27FC236}">
                <a16:creationId xmlns:a16="http://schemas.microsoft.com/office/drawing/2014/main" id="{3F269E3F-B906-B1B2-A0B9-85F8F32CC372}"/>
              </a:ext>
            </a:extLst>
          </p:cNvPr>
          <p:cNvSpPr/>
          <p:nvPr/>
        </p:nvSpPr>
        <p:spPr>
          <a:xfrm rot="10800000">
            <a:off x="10450767" y="233827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Arrow: Left 607">
            <a:extLst>
              <a:ext uri="{FF2B5EF4-FFF2-40B4-BE49-F238E27FC236}">
                <a16:creationId xmlns:a16="http://schemas.microsoft.com/office/drawing/2014/main" id="{23A97796-9353-30DE-3A8E-1ACD9865A98C}"/>
              </a:ext>
            </a:extLst>
          </p:cNvPr>
          <p:cNvSpPr/>
          <p:nvPr/>
        </p:nvSpPr>
        <p:spPr>
          <a:xfrm rot="10800000">
            <a:off x="10445792" y="5685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Arrow: Left 608">
            <a:extLst>
              <a:ext uri="{FF2B5EF4-FFF2-40B4-BE49-F238E27FC236}">
                <a16:creationId xmlns:a16="http://schemas.microsoft.com/office/drawing/2014/main" id="{FA79F834-5F3B-DFB3-0521-710F7E74127F}"/>
              </a:ext>
            </a:extLst>
          </p:cNvPr>
          <p:cNvSpPr/>
          <p:nvPr/>
        </p:nvSpPr>
        <p:spPr>
          <a:xfrm>
            <a:off x="9759475" y="56850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Arrow: Left 609">
            <a:extLst>
              <a:ext uri="{FF2B5EF4-FFF2-40B4-BE49-F238E27FC236}">
                <a16:creationId xmlns:a16="http://schemas.microsoft.com/office/drawing/2014/main" id="{CDA7E468-8A4F-2797-979B-B758EF93EAA2}"/>
              </a:ext>
            </a:extLst>
          </p:cNvPr>
          <p:cNvSpPr/>
          <p:nvPr/>
        </p:nvSpPr>
        <p:spPr>
          <a:xfrm rot="5400000">
            <a:off x="8839671" y="124584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Arrow: Left 610">
            <a:extLst>
              <a:ext uri="{FF2B5EF4-FFF2-40B4-BE49-F238E27FC236}">
                <a16:creationId xmlns:a16="http://schemas.microsoft.com/office/drawing/2014/main" id="{41603528-87DC-579A-120F-3C2D71D1D570}"/>
              </a:ext>
            </a:extLst>
          </p:cNvPr>
          <p:cNvSpPr/>
          <p:nvPr/>
        </p:nvSpPr>
        <p:spPr>
          <a:xfrm rot="5400000">
            <a:off x="11379492" y="1248024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Arrow: Left 611">
            <a:extLst>
              <a:ext uri="{FF2B5EF4-FFF2-40B4-BE49-F238E27FC236}">
                <a16:creationId xmlns:a16="http://schemas.microsoft.com/office/drawing/2014/main" id="{9EE3F9DF-A7C6-5E26-4554-E44D704C64B1}"/>
              </a:ext>
            </a:extLst>
          </p:cNvPr>
          <p:cNvSpPr/>
          <p:nvPr/>
        </p:nvSpPr>
        <p:spPr>
          <a:xfrm rot="16200000">
            <a:off x="8829138" y="197110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Arrow: Left 612">
            <a:extLst>
              <a:ext uri="{FF2B5EF4-FFF2-40B4-BE49-F238E27FC236}">
                <a16:creationId xmlns:a16="http://schemas.microsoft.com/office/drawing/2014/main" id="{DE3F059F-D289-E8A2-77DE-8B53ADF8D0D1}"/>
              </a:ext>
            </a:extLst>
          </p:cNvPr>
          <p:cNvSpPr/>
          <p:nvPr/>
        </p:nvSpPr>
        <p:spPr>
          <a:xfrm rot="16200000">
            <a:off x="11374716" y="198327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Arrow: Left 613">
            <a:extLst>
              <a:ext uri="{FF2B5EF4-FFF2-40B4-BE49-F238E27FC236}">
                <a16:creationId xmlns:a16="http://schemas.microsoft.com/office/drawing/2014/main" id="{C49EC11D-2450-9E2E-C64D-F02040432F3B}"/>
              </a:ext>
            </a:extLst>
          </p:cNvPr>
          <p:cNvSpPr/>
          <p:nvPr/>
        </p:nvSpPr>
        <p:spPr>
          <a:xfrm rot="16200000">
            <a:off x="10087963" y="58150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Arrow: Left 614">
            <a:extLst>
              <a:ext uri="{FF2B5EF4-FFF2-40B4-BE49-F238E27FC236}">
                <a16:creationId xmlns:a16="http://schemas.microsoft.com/office/drawing/2014/main" id="{65AF70DC-F5F3-AE5D-63B1-47F845BA7A3D}"/>
              </a:ext>
            </a:extLst>
          </p:cNvPr>
          <p:cNvSpPr/>
          <p:nvPr/>
        </p:nvSpPr>
        <p:spPr>
          <a:xfrm rot="5400000">
            <a:off x="10087969" y="234645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Arrow: Left 615">
            <a:extLst>
              <a:ext uri="{FF2B5EF4-FFF2-40B4-BE49-F238E27FC236}">
                <a16:creationId xmlns:a16="http://schemas.microsoft.com/office/drawing/2014/main" id="{D4F1F0CA-9393-0B4C-3743-3AF1FFBC8C48}"/>
              </a:ext>
            </a:extLst>
          </p:cNvPr>
          <p:cNvSpPr/>
          <p:nvPr/>
        </p:nvSpPr>
        <p:spPr>
          <a:xfrm>
            <a:off x="11382879" y="160993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Arrow: Left 616">
            <a:extLst>
              <a:ext uri="{FF2B5EF4-FFF2-40B4-BE49-F238E27FC236}">
                <a16:creationId xmlns:a16="http://schemas.microsoft.com/office/drawing/2014/main" id="{9F39BC18-FC3E-26D2-763E-8338FC74D051}"/>
              </a:ext>
            </a:extLst>
          </p:cNvPr>
          <p:cNvSpPr/>
          <p:nvPr/>
        </p:nvSpPr>
        <p:spPr>
          <a:xfrm rot="10800000">
            <a:off x="8836645" y="160211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7EA182F-F773-2986-A328-36D3A338D1BB}"/>
              </a:ext>
            </a:extLst>
          </p:cNvPr>
          <p:cNvSpPr/>
          <p:nvPr/>
        </p:nvSpPr>
        <p:spPr>
          <a:xfrm>
            <a:off x="8388204" y="170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2</a:t>
            </a:r>
          </a:p>
        </p:txBody>
      </p:sp>
      <p:sp>
        <p:nvSpPr>
          <p:cNvPr id="620" name="Arc 619">
            <a:extLst>
              <a:ext uri="{FF2B5EF4-FFF2-40B4-BE49-F238E27FC236}">
                <a16:creationId xmlns:a16="http://schemas.microsoft.com/office/drawing/2014/main" id="{FB6A6A9B-65E5-99E7-4A19-E3E69403FE9F}"/>
              </a:ext>
            </a:extLst>
          </p:cNvPr>
          <p:cNvSpPr/>
          <p:nvPr/>
        </p:nvSpPr>
        <p:spPr>
          <a:xfrm rot="16200000" flipH="1">
            <a:off x="1630299" y="2019913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Arc 620">
            <a:extLst>
              <a:ext uri="{FF2B5EF4-FFF2-40B4-BE49-F238E27FC236}">
                <a16:creationId xmlns:a16="http://schemas.microsoft.com/office/drawing/2014/main" id="{A6888098-D208-0A9D-8BDB-71D56C8E3763}"/>
              </a:ext>
            </a:extLst>
          </p:cNvPr>
          <p:cNvSpPr/>
          <p:nvPr/>
        </p:nvSpPr>
        <p:spPr>
          <a:xfrm rot="5400000">
            <a:off x="-1483832" y="1936435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275823A6-1A2C-8A5E-3624-D23C341A5C73}"/>
              </a:ext>
            </a:extLst>
          </p:cNvPr>
          <p:cNvSpPr txBox="1"/>
          <p:nvPr/>
        </p:nvSpPr>
        <p:spPr>
          <a:xfrm>
            <a:off x="1800858" y="6360080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3B50FC4F-4DE5-EE15-6C20-2675EB1C852D}"/>
              </a:ext>
            </a:extLst>
          </p:cNvPr>
          <p:cNvSpPr txBox="1"/>
          <p:nvPr/>
        </p:nvSpPr>
        <p:spPr>
          <a:xfrm>
            <a:off x="1785098" y="3882816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7FF90B24-CD5B-6A83-40CF-4300780BB5EE}"/>
              </a:ext>
            </a:extLst>
          </p:cNvPr>
          <p:cNvSpPr txBox="1"/>
          <p:nvPr/>
        </p:nvSpPr>
        <p:spPr>
          <a:xfrm>
            <a:off x="3426931" y="5263898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DAA1235B-3301-99CD-5F7B-C3D8DC3CA43C}"/>
              </a:ext>
            </a:extLst>
          </p:cNvPr>
          <p:cNvSpPr txBox="1"/>
          <p:nvPr/>
        </p:nvSpPr>
        <p:spPr>
          <a:xfrm>
            <a:off x="150123" y="5276756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626" name="Flowchart: Connector 625">
            <a:extLst>
              <a:ext uri="{FF2B5EF4-FFF2-40B4-BE49-F238E27FC236}">
                <a16:creationId xmlns:a16="http://schemas.microsoft.com/office/drawing/2014/main" id="{08369602-A4B6-7CFB-9805-3158AAF47BE6}"/>
              </a:ext>
            </a:extLst>
          </p:cNvPr>
          <p:cNvSpPr/>
          <p:nvPr/>
        </p:nvSpPr>
        <p:spPr>
          <a:xfrm>
            <a:off x="1801150" y="424958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7" name="Flowchart: Connector 626">
            <a:extLst>
              <a:ext uri="{FF2B5EF4-FFF2-40B4-BE49-F238E27FC236}">
                <a16:creationId xmlns:a16="http://schemas.microsoft.com/office/drawing/2014/main" id="{85836856-AEB9-22B7-1479-0C2C745CD8AF}"/>
              </a:ext>
            </a:extLst>
          </p:cNvPr>
          <p:cNvSpPr/>
          <p:nvPr/>
        </p:nvSpPr>
        <p:spPr>
          <a:xfrm>
            <a:off x="1801150" y="6023075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" name="Flowchart: Connector 627">
            <a:extLst>
              <a:ext uri="{FF2B5EF4-FFF2-40B4-BE49-F238E27FC236}">
                <a16:creationId xmlns:a16="http://schemas.microsoft.com/office/drawing/2014/main" id="{2DEED508-529D-6AD8-DE77-109146643297}"/>
              </a:ext>
            </a:extLst>
          </p:cNvPr>
          <p:cNvSpPr/>
          <p:nvPr/>
        </p:nvSpPr>
        <p:spPr>
          <a:xfrm>
            <a:off x="2134100" y="602307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9" name="Flowchart: Connector 628">
            <a:extLst>
              <a:ext uri="{FF2B5EF4-FFF2-40B4-BE49-F238E27FC236}">
                <a16:creationId xmlns:a16="http://schemas.microsoft.com/office/drawing/2014/main" id="{28491C2C-7989-EAC3-0EA7-BA8086297409}"/>
              </a:ext>
            </a:extLst>
          </p:cNvPr>
          <p:cNvSpPr/>
          <p:nvPr/>
        </p:nvSpPr>
        <p:spPr>
          <a:xfrm>
            <a:off x="1468201" y="602307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Arc 629">
            <a:extLst>
              <a:ext uri="{FF2B5EF4-FFF2-40B4-BE49-F238E27FC236}">
                <a16:creationId xmlns:a16="http://schemas.microsoft.com/office/drawing/2014/main" id="{444B683D-62C6-51EB-108F-80F274E8B5DB}"/>
              </a:ext>
            </a:extLst>
          </p:cNvPr>
          <p:cNvSpPr/>
          <p:nvPr/>
        </p:nvSpPr>
        <p:spPr>
          <a:xfrm>
            <a:off x="-1588667" y="4800821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1" name="Arc 630">
            <a:extLst>
              <a:ext uri="{FF2B5EF4-FFF2-40B4-BE49-F238E27FC236}">
                <a16:creationId xmlns:a16="http://schemas.microsoft.com/office/drawing/2014/main" id="{C883D072-4216-421C-8AE1-D081EEC9AC10}"/>
              </a:ext>
            </a:extLst>
          </p:cNvPr>
          <p:cNvSpPr/>
          <p:nvPr/>
        </p:nvSpPr>
        <p:spPr>
          <a:xfrm>
            <a:off x="-369253" y="6085523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Arc 631">
            <a:extLst>
              <a:ext uri="{FF2B5EF4-FFF2-40B4-BE49-F238E27FC236}">
                <a16:creationId xmlns:a16="http://schemas.microsoft.com/office/drawing/2014/main" id="{649F0764-4965-70B1-7050-B3A3E1E18754}"/>
              </a:ext>
            </a:extLst>
          </p:cNvPr>
          <p:cNvSpPr/>
          <p:nvPr/>
        </p:nvSpPr>
        <p:spPr>
          <a:xfrm flipH="1">
            <a:off x="1213259" y="4808265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" name="Arc 632">
            <a:extLst>
              <a:ext uri="{FF2B5EF4-FFF2-40B4-BE49-F238E27FC236}">
                <a16:creationId xmlns:a16="http://schemas.microsoft.com/office/drawing/2014/main" id="{517E7AF4-3BC1-34ED-CD09-1BB22220385E}"/>
              </a:ext>
            </a:extLst>
          </p:cNvPr>
          <p:cNvSpPr/>
          <p:nvPr/>
        </p:nvSpPr>
        <p:spPr>
          <a:xfrm flipH="1">
            <a:off x="2560443" y="6063848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F0DAE150-D4CE-CEF9-3991-104A6CC5549E}"/>
              </a:ext>
            </a:extLst>
          </p:cNvPr>
          <p:cNvCxnSpPr/>
          <p:nvPr/>
        </p:nvCxnSpPr>
        <p:spPr>
          <a:xfrm flipV="1">
            <a:off x="1213259" y="4242070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634">
            <a:extLst>
              <a:ext uri="{FF2B5EF4-FFF2-40B4-BE49-F238E27FC236}">
                <a16:creationId xmlns:a16="http://schemas.microsoft.com/office/drawing/2014/main" id="{B1A2CC4D-386C-592D-5C41-57BAA0BF2036}"/>
              </a:ext>
            </a:extLst>
          </p:cNvPr>
          <p:cNvCxnSpPr/>
          <p:nvPr/>
        </p:nvCxnSpPr>
        <p:spPr>
          <a:xfrm flipV="1">
            <a:off x="2665256" y="4242070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6" name="Arc 635">
            <a:extLst>
              <a:ext uri="{FF2B5EF4-FFF2-40B4-BE49-F238E27FC236}">
                <a16:creationId xmlns:a16="http://schemas.microsoft.com/office/drawing/2014/main" id="{F12714BE-0129-B7AA-653B-0AFF022691D7}"/>
              </a:ext>
            </a:extLst>
          </p:cNvPr>
          <p:cNvSpPr/>
          <p:nvPr/>
        </p:nvSpPr>
        <p:spPr>
          <a:xfrm rot="6478505">
            <a:off x="-188584" y="3365322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7" name="Arc 636">
            <a:extLst>
              <a:ext uri="{FF2B5EF4-FFF2-40B4-BE49-F238E27FC236}">
                <a16:creationId xmlns:a16="http://schemas.microsoft.com/office/drawing/2014/main" id="{FB3CCDF9-2818-F7C8-A68B-6D267EDF3B29}"/>
              </a:ext>
            </a:extLst>
          </p:cNvPr>
          <p:cNvSpPr/>
          <p:nvPr/>
        </p:nvSpPr>
        <p:spPr>
          <a:xfrm rot="11664667">
            <a:off x="2599169" y="3560723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8" name="Flowchart: Connector 637">
            <a:extLst>
              <a:ext uri="{FF2B5EF4-FFF2-40B4-BE49-F238E27FC236}">
                <a16:creationId xmlns:a16="http://schemas.microsoft.com/office/drawing/2014/main" id="{B49B1C62-D794-8BB2-39F0-95672792E6E7}"/>
              </a:ext>
            </a:extLst>
          </p:cNvPr>
          <p:cNvSpPr/>
          <p:nvPr/>
        </p:nvSpPr>
        <p:spPr>
          <a:xfrm>
            <a:off x="2136580" y="425330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Flowchart: Connector 638">
            <a:extLst>
              <a:ext uri="{FF2B5EF4-FFF2-40B4-BE49-F238E27FC236}">
                <a16:creationId xmlns:a16="http://schemas.microsoft.com/office/drawing/2014/main" id="{F951D4DF-6EE8-958B-88C5-20A734B88F4C}"/>
              </a:ext>
            </a:extLst>
          </p:cNvPr>
          <p:cNvSpPr/>
          <p:nvPr/>
        </p:nvSpPr>
        <p:spPr>
          <a:xfrm>
            <a:off x="1470681" y="42533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Flowchart: Connector 639">
            <a:extLst>
              <a:ext uri="{FF2B5EF4-FFF2-40B4-BE49-F238E27FC236}">
                <a16:creationId xmlns:a16="http://schemas.microsoft.com/office/drawing/2014/main" id="{2DA6B2E1-1385-1851-9310-C9FC6862BF2B}"/>
              </a:ext>
            </a:extLst>
          </p:cNvPr>
          <p:cNvSpPr/>
          <p:nvPr/>
        </p:nvSpPr>
        <p:spPr>
          <a:xfrm>
            <a:off x="3083872" y="56404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Flowchart: Connector 640">
            <a:extLst>
              <a:ext uri="{FF2B5EF4-FFF2-40B4-BE49-F238E27FC236}">
                <a16:creationId xmlns:a16="http://schemas.microsoft.com/office/drawing/2014/main" id="{3132528C-183E-BF69-F904-2F0851099BAB}"/>
              </a:ext>
            </a:extLst>
          </p:cNvPr>
          <p:cNvSpPr/>
          <p:nvPr/>
        </p:nvSpPr>
        <p:spPr>
          <a:xfrm>
            <a:off x="3082479" y="5286911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Flowchart: Connector 641">
            <a:extLst>
              <a:ext uri="{FF2B5EF4-FFF2-40B4-BE49-F238E27FC236}">
                <a16:creationId xmlns:a16="http://schemas.microsoft.com/office/drawing/2014/main" id="{A93E4AAB-5286-93EC-56E5-14BF5D6DB4E7}"/>
              </a:ext>
            </a:extLst>
          </p:cNvPr>
          <p:cNvSpPr/>
          <p:nvPr/>
        </p:nvSpPr>
        <p:spPr>
          <a:xfrm>
            <a:off x="3093013" y="492808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Flowchart: Connector 642">
            <a:extLst>
              <a:ext uri="{FF2B5EF4-FFF2-40B4-BE49-F238E27FC236}">
                <a16:creationId xmlns:a16="http://schemas.microsoft.com/office/drawing/2014/main" id="{CA43B47B-95AC-D1E4-CF20-1C527B2891DB}"/>
              </a:ext>
            </a:extLst>
          </p:cNvPr>
          <p:cNvSpPr/>
          <p:nvPr/>
        </p:nvSpPr>
        <p:spPr>
          <a:xfrm>
            <a:off x="538295" y="56404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Flowchart: Connector 643">
            <a:extLst>
              <a:ext uri="{FF2B5EF4-FFF2-40B4-BE49-F238E27FC236}">
                <a16:creationId xmlns:a16="http://schemas.microsoft.com/office/drawing/2014/main" id="{043816E0-D778-373B-9178-C6A971791422}"/>
              </a:ext>
            </a:extLst>
          </p:cNvPr>
          <p:cNvSpPr/>
          <p:nvPr/>
        </p:nvSpPr>
        <p:spPr>
          <a:xfrm>
            <a:off x="536901" y="5286911"/>
            <a:ext cx="279392" cy="30208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Flowchart: Connector 644">
            <a:extLst>
              <a:ext uri="{FF2B5EF4-FFF2-40B4-BE49-F238E27FC236}">
                <a16:creationId xmlns:a16="http://schemas.microsoft.com/office/drawing/2014/main" id="{50C7B191-555C-8016-6AB0-96640E048249}"/>
              </a:ext>
            </a:extLst>
          </p:cNvPr>
          <p:cNvSpPr/>
          <p:nvPr/>
        </p:nvSpPr>
        <p:spPr>
          <a:xfrm>
            <a:off x="547436" y="492808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6" name="Arrow: Left 645">
            <a:extLst>
              <a:ext uri="{FF2B5EF4-FFF2-40B4-BE49-F238E27FC236}">
                <a16:creationId xmlns:a16="http://schemas.microsoft.com/office/drawing/2014/main" id="{AC530C2D-A5A5-848C-DE5B-05F24DCE09FE}"/>
              </a:ext>
            </a:extLst>
          </p:cNvPr>
          <p:cNvSpPr/>
          <p:nvPr/>
        </p:nvSpPr>
        <p:spPr>
          <a:xfrm>
            <a:off x="1526737" y="6094575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Arrow: Left 646">
            <a:extLst>
              <a:ext uri="{FF2B5EF4-FFF2-40B4-BE49-F238E27FC236}">
                <a16:creationId xmlns:a16="http://schemas.microsoft.com/office/drawing/2014/main" id="{3E816F27-9A52-38E9-BA63-95A5F1E74691}"/>
              </a:ext>
            </a:extLst>
          </p:cNvPr>
          <p:cNvSpPr/>
          <p:nvPr/>
        </p:nvSpPr>
        <p:spPr>
          <a:xfrm rot="10800000">
            <a:off x="2219374" y="609457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Arrow: Left 647">
            <a:extLst>
              <a:ext uri="{FF2B5EF4-FFF2-40B4-BE49-F238E27FC236}">
                <a16:creationId xmlns:a16="http://schemas.microsoft.com/office/drawing/2014/main" id="{4F44200D-108C-7B7F-BC4B-9AD61E2485A6}"/>
              </a:ext>
            </a:extLst>
          </p:cNvPr>
          <p:cNvSpPr/>
          <p:nvPr/>
        </p:nvSpPr>
        <p:spPr>
          <a:xfrm rot="10800000">
            <a:off x="2214399" y="432480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Arrow: Left 648">
            <a:extLst>
              <a:ext uri="{FF2B5EF4-FFF2-40B4-BE49-F238E27FC236}">
                <a16:creationId xmlns:a16="http://schemas.microsoft.com/office/drawing/2014/main" id="{20A86E13-FCBB-644B-A6AD-797EB8C6D5A8}"/>
              </a:ext>
            </a:extLst>
          </p:cNvPr>
          <p:cNvSpPr/>
          <p:nvPr/>
        </p:nvSpPr>
        <p:spPr>
          <a:xfrm>
            <a:off x="1528082" y="432480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0" name="Arrow: Left 649">
            <a:extLst>
              <a:ext uri="{FF2B5EF4-FFF2-40B4-BE49-F238E27FC236}">
                <a16:creationId xmlns:a16="http://schemas.microsoft.com/office/drawing/2014/main" id="{BFF9D7E5-83C3-0743-1A7B-4A18B41AF4D8}"/>
              </a:ext>
            </a:extLst>
          </p:cNvPr>
          <p:cNvSpPr/>
          <p:nvPr/>
        </p:nvSpPr>
        <p:spPr>
          <a:xfrm rot="5400000">
            <a:off x="608278" y="500214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Arrow: Left 650">
            <a:extLst>
              <a:ext uri="{FF2B5EF4-FFF2-40B4-BE49-F238E27FC236}">
                <a16:creationId xmlns:a16="http://schemas.microsoft.com/office/drawing/2014/main" id="{30EB7649-D135-55CF-48EC-DB9E35AAFA78}"/>
              </a:ext>
            </a:extLst>
          </p:cNvPr>
          <p:cNvSpPr/>
          <p:nvPr/>
        </p:nvSpPr>
        <p:spPr>
          <a:xfrm rot="5400000">
            <a:off x="3148099" y="5004319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Arrow: Left 651">
            <a:extLst>
              <a:ext uri="{FF2B5EF4-FFF2-40B4-BE49-F238E27FC236}">
                <a16:creationId xmlns:a16="http://schemas.microsoft.com/office/drawing/2014/main" id="{9C448663-186D-BA36-C413-44D8D9003354}"/>
              </a:ext>
            </a:extLst>
          </p:cNvPr>
          <p:cNvSpPr/>
          <p:nvPr/>
        </p:nvSpPr>
        <p:spPr>
          <a:xfrm rot="16200000">
            <a:off x="597745" y="572740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Arrow: Left 652">
            <a:extLst>
              <a:ext uri="{FF2B5EF4-FFF2-40B4-BE49-F238E27FC236}">
                <a16:creationId xmlns:a16="http://schemas.microsoft.com/office/drawing/2014/main" id="{6FC2F8DB-C07F-5C9A-251B-C17B0774747E}"/>
              </a:ext>
            </a:extLst>
          </p:cNvPr>
          <p:cNvSpPr/>
          <p:nvPr/>
        </p:nvSpPr>
        <p:spPr>
          <a:xfrm rot="16200000">
            <a:off x="3143323" y="573957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Arrow: Left 653">
            <a:extLst>
              <a:ext uri="{FF2B5EF4-FFF2-40B4-BE49-F238E27FC236}">
                <a16:creationId xmlns:a16="http://schemas.microsoft.com/office/drawing/2014/main" id="{2EB699B2-400A-CC4E-90ED-819D5CE7852E}"/>
              </a:ext>
            </a:extLst>
          </p:cNvPr>
          <p:cNvSpPr/>
          <p:nvPr/>
        </p:nvSpPr>
        <p:spPr>
          <a:xfrm rot="16200000">
            <a:off x="1856570" y="433780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Arrow: Left 654">
            <a:extLst>
              <a:ext uri="{FF2B5EF4-FFF2-40B4-BE49-F238E27FC236}">
                <a16:creationId xmlns:a16="http://schemas.microsoft.com/office/drawing/2014/main" id="{AF12BF06-992C-D95B-7C57-DB185317487D}"/>
              </a:ext>
            </a:extLst>
          </p:cNvPr>
          <p:cNvSpPr/>
          <p:nvPr/>
        </p:nvSpPr>
        <p:spPr>
          <a:xfrm rot="5400000">
            <a:off x="1856576" y="610274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Arrow: Left 655">
            <a:extLst>
              <a:ext uri="{FF2B5EF4-FFF2-40B4-BE49-F238E27FC236}">
                <a16:creationId xmlns:a16="http://schemas.microsoft.com/office/drawing/2014/main" id="{5AD6CB14-958F-2C54-EB1F-596AFEFE52C8}"/>
              </a:ext>
            </a:extLst>
          </p:cNvPr>
          <p:cNvSpPr/>
          <p:nvPr/>
        </p:nvSpPr>
        <p:spPr>
          <a:xfrm>
            <a:off x="3151486" y="5366230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Arrow: Left 656">
            <a:extLst>
              <a:ext uri="{FF2B5EF4-FFF2-40B4-BE49-F238E27FC236}">
                <a16:creationId xmlns:a16="http://schemas.microsoft.com/office/drawing/2014/main" id="{0B352EFC-C046-AFB0-8297-CBBFE47B2E2D}"/>
              </a:ext>
            </a:extLst>
          </p:cNvPr>
          <p:cNvSpPr/>
          <p:nvPr/>
        </p:nvSpPr>
        <p:spPr>
          <a:xfrm rot="10800000">
            <a:off x="605252" y="535841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3EE81E21-413E-C71D-94A0-AFDBF4FEDEF9}"/>
              </a:ext>
            </a:extLst>
          </p:cNvPr>
          <p:cNvSpPr/>
          <p:nvPr/>
        </p:nvSpPr>
        <p:spPr>
          <a:xfrm>
            <a:off x="156811" y="3756465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4</a:t>
            </a:r>
          </a:p>
        </p:txBody>
      </p:sp>
      <p:sp>
        <p:nvSpPr>
          <p:cNvPr id="660" name="Arc 659">
            <a:extLst>
              <a:ext uri="{FF2B5EF4-FFF2-40B4-BE49-F238E27FC236}">
                <a16:creationId xmlns:a16="http://schemas.microsoft.com/office/drawing/2014/main" id="{7BEC71F6-4111-6EF0-C5A0-707822D5CF7F}"/>
              </a:ext>
            </a:extLst>
          </p:cNvPr>
          <p:cNvSpPr/>
          <p:nvPr/>
        </p:nvSpPr>
        <p:spPr>
          <a:xfrm rot="16200000" flipH="1">
            <a:off x="9876076" y="2016511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" name="Arc 660">
            <a:extLst>
              <a:ext uri="{FF2B5EF4-FFF2-40B4-BE49-F238E27FC236}">
                <a16:creationId xmlns:a16="http://schemas.microsoft.com/office/drawing/2014/main" id="{CB7562C4-AB55-301A-B00A-67B56A93C249}"/>
              </a:ext>
            </a:extLst>
          </p:cNvPr>
          <p:cNvSpPr/>
          <p:nvPr/>
        </p:nvSpPr>
        <p:spPr>
          <a:xfrm rot="5400000">
            <a:off x="6761945" y="1933033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04701213-3329-7A66-3EEA-5B53F3D3374B}"/>
              </a:ext>
            </a:extLst>
          </p:cNvPr>
          <p:cNvSpPr txBox="1"/>
          <p:nvPr/>
        </p:nvSpPr>
        <p:spPr>
          <a:xfrm>
            <a:off x="10046635" y="6356678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663" name="TextBox 662">
            <a:extLst>
              <a:ext uri="{FF2B5EF4-FFF2-40B4-BE49-F238E27FC236}">
                <a16:creationId xmlns:a16="http://schemas.microsoft.com/office/drawing/2014/main" id="{24EA25F7-B327-CD39-65CA-810F23C19B3A}"/>
              </a:ext>
            </a:extLst>
          </p:cNvPr>
          <p:cNvSpPr txBox="1"/>
          <p:nvPr/>
        </p:nvSpPr>
        <p:spPr>
          <a:xfrm>
            <a:off x="10030875" y="3879414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4C2B17E-881B-4E97-45CF-CF3168788857}"/>
              </a:ext>
            </a:extLst>
          </p:cNvPr>
          <p:cNvSpPr txBox="1"/>
          <p:nvPr/>
        </p:nvSpPr>
        <p:spPr>
          <a:xfrm>
            <a:off x="11672708" y="5260496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B6AC4732-32FA-3762-1581-DF7AE60E9BD5}"/>
              </a:ext>
            </a:extLst>
          </p:cNvPr>
          <p:cNvSpPr txBox="1"/>
          <p:nvPr/>
        </p:nvSpPr>
        <p:spPr>
          <a:xfrm>
            <a:off x="8395900" y="5273354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666" name="Flowchart: Connector 665">
            <a:extLst>
              <a:ext uri="{FF2B5EF4-FFF2-40B4-BE49-F238E27FC236}">
                <a16:creationId xmlns:a16="http://schemas.microsoft.com/office/drawing/2014/main" id="{AB359E40-4445-4BFB-7C36-9AB817CEC90A}"/>
              </a:ext>
            </a:extLst>
          </p:cNvPr>
          <p:cNvSpPr/>
          <p:nvPr/>
        </p:nvSpPr>
        <p:spPr>
          <a:xfrm>
            <a:off x="10046927" y="424617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7" name="Flowchart: Connector 666">
            <a:extLst>
              <a:ext uri="{FF2B5EF4-FFF2-40B4-BE49-F238E27FC236}">
                <a16:creationId xmlns:a16="http://schemas.microsoft.com/office/drawing/2014/main" id="{2ECF0CB7-DA1B-CE7E-EAFD-401ADA088614}"/>
              </a:ext>
            </a:extLst>
          </p:cNvPr>
          <p:cNvSpPr/>
          <p:nvPr/>
        </p:nvSpPr>
        <p:spPr>
          <a:xfrm>
            <a:off x="10046927" y="6019673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8" name="Flowchart: Connector 667">
            <a:extLst>
              <a:ext uri="{FF2B5EF4-FFF2-40B4-BE49-F238E27FC236}">
                <a16:creationId xmlns:a16="http://schemas.microsoft.com/office/drawing/2014/main" id="{7C51370F-4AF0-4E8A-8EF1-B7A8D3D48FF5}"/>
              </a:ext>
            </a:extLst>
          </p:cNvPr>
          <p:cNvSpPr/>
          <p:nvPr/>
        </p:nvSpPr>
        <p:spPr>
          <a:xfrm>
            <a:off x="10379877" y="601967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9" name="Flowchart: Connector 668">
            <a:extLst>
              <a:ext uri="{FF2B5EF4-FFF2-40B4-BE49-F238E27FC236}">
                <a16:creationId xmlns:a16="http://schemas.microsoft.com/office/drawing/2014/main" id="{AF1E5677-D081-8E07-DA4D-1E13C4F14175}"/>
              </a:ext>
            </a:extLst>
          </p:cNvPr>
          <p:cNvSpPr/>
          <p:nvPr/>
        </p:nvSpPr>
        <p:spPr>
          <a:xfrm>
            <a:off x="9713978" y="601967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0" name="Arc 669">
            <a:extLst>
              <a:ext uri="{FF2B5EF4-FFF2-40B4-BE49-F238E27FC236}">
                <a16:creationId xmlns:a16="http://schemas.microsoft.com/office/drawing/2014/main" id="{08CDF92D-83AD-EA81-6FDB-D11CC1C98A5E}"/>
              </a:ext>
            </a:extLst>
          </p:cNvPr>
          <p:cNvSpPr/>
          <p:nvPr/>
        </p:nvSpPr>
        <p:spPr>
          <a:xfrm>
            <a:off x="6657110" y="4797419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1" name="Arc 670">
            <a:extLst>
              <a:ext uri="{FF2B5EF4-FFF2-40B4-BE49-F238E27FC236}">
                <a16:creationId xmlns:a16="http://schemas.microsoft.com/office/drawing/2014/main" id="{A18331AA-9150-8522-4E7E-B80CA713090A}"/>
              </a:ext>
            </a:extLst>
          </p:cNvPr>
          <p:cNvSpPr/>
          <p:nvPr/>
        </p:nvSpPr>
        <p:spPr>
          <a:xfrm>
            <a:off x="7876524" y="6082121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Arc 671">
            <a:extLst>
              <a:ext uri="{FF2B5EF4-FFF2-40B4-BE49-F238E27FC236}">
                <a16:creationId xmlns:a16="http://schemas.microsoft.com/office/drawing/2014/main" id="{946BEE62-9A86-B04D-CFCC-CBCF83E62B6A}"/>
              </a:ext>
            </a:extLst>
          </p:cNvPr>
          <p:cNvSpPr/>
          <p:nvPr/>
        </p:nvSpPr>
        <p:spPr>
          <a:xfrm flipH="1">
            <a:off x="9459036" y="4804863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3" name="Arc 672">
            <a:extLst>
              <a:ext uri="{FF2B5EF4-FFF2-40B4-BE49-F238E27FC236}">
                <a16:creationId xmlns:a16="http://schemas.microsoft.com/office/drawing/2014/main" id="{0FC945D9-B37C-A0BF-AFF2-4E6FCEAF7B53}"/>
              </a:ext>
            </a:extLst>
          </p:cNvPr>
          <p:cNvSpPr/>
          <p:nvPr/>
        </p:nvSpPr>
        <p:spPr>
          <a:xfrm flipH="1">
            <a:off x="10806220" y="6060446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81B1DEA5-1131-530A-1DEB-CE283DE05B6A}"/>
              </a:ext>
            </a:extLst>
          </p:cNvPr>
          <p:cNvCxnSpPr/>
          <p:nvPr/>
        </p:nvCxnSpPr>
        <p:spPr>
          <a:xfrm flipV="1">
            <a:off x="9459036" y="4238668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549C9914-3EDE-0E7A-A591-5569472929DC}"/>
              </a:ext>
            </a:extLst>
          </p:cNvPr>
          <p:cNvCxnSpPr/>
          <p:nvPr/>
        </p:nvCxnSpPr>
        <p:spPr>
          <a:xfrm flipV="1">
            <a:off x="10911033" y="4238668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Arc 675">
            <a:extLst>
              <a:ext uri="{FF2B5EF4-FFF2-40B4-BE49-F238E27FC236}">
                <a16:creationId xmlns:a16="http://schemas.microsoft.com/office/drawing/2014/main" id="{95D27B4A-11B2-26B4-92AD-D211BEA71A68}"/>
              </a:ext>
            </a:extLst>
          </p:cNvPr>
          <p:cNvSpPr/>
          <p:nvPr/>
        </p:nvSpPr>
        <p:spPr>
          <a:xfrm rot="6478505">
            <a:off x="8057193" y="3361920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7" name="Arc 676">
            <a:extLst>
              <a:ext uri="{FF2B5EF4-FFF2-40B4-BE49-F238E27FC236}">
                <a16:creationId xmlns:a16="http://schemas.microsoft.com/office/drawing/2014/main" id="{BE816BDE-226D-FBB2-DE63-02B500A0515D}"/>
              </a:ext>
            </a:extLst>
          </p:cNvPr>
          <p:cNvSpPr/>
          <p:nvPr/>
        </p:nvSpPr>
        <p:spPr>
          <a:xfrm rot="11664667">
            <a:off x="10844946" y="3557321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8" name="Flowchart: Connector 677">
            <a:extLst>
              <a:ext uri="{FF2B5EF4-FFF2-40B4-BE49-F238E27FC236}">
                <a16:creationId xmlns:a16="http://schemas.microsoft.com/office/drawing/2014/main" id="{12177022-8278-E821-3852-6405616F8E9D}"/>
              </a:ext>
            </a:extLst>
          </p:cNvPr>
          <p:cNvSpPr/>
          <p:nvPr/>
        </p:nvSpPr>
        <p:spPr>
          <a:xfrm>
            <a:off x="10382357" y="424990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9" name="Flowchart: Connector 678">
            <a:extLst>
              <a:ext uri="{FF2B5EF4-FFF2-40B4-BE49-F238E27FC236}">
                <a16:creationId xmlns:a16="http://schemas.microsoft.com/office/drawing/2014/main" id="{B5E47AEF-8868-1D29-81CF-D1710B038F08}"/>
              </a:ext>
            </a:extLst>
          </p:cNvPr>
          <p:cNvSpPr/>
          <p:nvPr/>
        </p:nvSpPr>
        <p:spPr>
          <a:xfrm>
            <a:off x="9716458" y="4249902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" name="Flowchart: Connector 679">
            <a:extLst>
              <a:ext uri="{FF2B5EF4-FFF2-40B4-BE49-F238E27FC236}">
                <a16:creationId xmlns:a16="http://schemas.microsoft.com/office/drawing/2014/main" id="{D72AFF2B-C977-C0FC-19EA-17BC8EAF9BB0}"/>
              </a:ext>
            </a:extLst>
          </p:cNvPr>
          <p:cNvSpPr/>
          <p:nvPr/>
        </p:nvSpPr>
        <p:spPr>
          <a:xfrm>
            <a:off x="11329649" y="563699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1" name="Flowchart: Connector 680">
            <a:extLst>
              <a:ext uri="{FF2B5EF4-FFF2-40B4-BE49-F238E27FC236}">
                <a16:creationId xmlns:a16="http://schemas.microsoft.com/office/drawing/2014/main" id="{D22A4A35-4DAB-F834-5D6B-807BFCC766E8}"/>
              </a:ext>
            </a:extLst>
          </p:cNvPr>
          <p:cNvSpPr/>
          <p:nvPr/>
        </p:nvSpPr>
        <p:spPr>
          <a:xfrm>
            <a:off x="11328256" y="52835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2" name="Flowchart: Connector 681">
            <a:extLst>
              <a:ext uri="{FF2B5EF4-FFF2-40B4-BE49-F238E27FC236}">
                <a16:creationId xmlns:a16="http://schemas.microsoft.com/office/drawing/2014/main" id="{BAA6E9C5-CF13-F8C0-8633-57B805B3F2D0}"/>
              </a:ext>
            </a:extLst>
          </p:cNvPr>
          <p:cNvSpPr/>
          <p:nvPr/>
        </p:nvSpPr>
        <p:spPr>
          <a:xfrm>
            <a:off x="11338790" y="492468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3" name="Flowchart: Connector 682">
            <a:extLst>
              <a:ext uri="{FF2B5EF4-FFF2-40B4-BE49-F238E27FC236}">
                <a16:creationId xmlns:a16="http://schemas.microsoft.com/office/drawing/2014/main" id="{427982FA-300F-A89F-BDDF-E9424921FFC0}"/>
              </a:ext>
            </a:extLst>
          </p:cNvPr>
          <p:cNvSpPr/>
          <p:nvPr/>
        </p:nvSpPr>
        <p:spPr>
          <a:xfrm>
            <a:off x="8784072" y="5636999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Flowchart: Connector 683">
            <a:extLst>
              <a:ext uri="{FF2B5EF4-FFF2-40B4-BE49-F238E27FC236}">
                <a16:creationId xmlns:a16="http://schemas.microsoft.com/office/drawing/2014/main" id="{2590FDCA-BFAF-40F3-06B7-EB358D3815EB}"/>
              </a:ext>
            </a:extLst>
          </p:cNvPr>
          <p:cNvSpPr/>
          <p:nvPr/>
        </p:nvSpPr>
        <p:spPr>
          <a:xfrm>
            <a:off x="8782678" y="5283509"/>
            <a:ext cx="279392" cy="30208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5" name="Flowchart: Connector 684">
            <a:extLst>
              <a:ext uri="{FF2B5EF4-FFF2-40B4-BE49-F238E27FC236}">
                <a16:creationId xmlns:a16="http://schemas.microsoft.com/office/drawing/2014/main" id="{21FA0B15-352D-FDDB-6A86-6CF4EB761918}"/>
              </a:ext>
            </a:extLst>
          </p:cNvPr>
          <p:cNvSpPr/>
          <p:nvPr/>
        </p:nvSpPr>
        <p:spPr>
          <a:xfrm>
            <a:off x="8793213" y="492468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6" name="Arrow: Left 685">
            <a:extLst>
              <a:ext uri="{FF2B5EF4-FFF2-40B4-BE49-F238E27FC236}">
                <a16:creationId xmlns:a16="http://schemas.microsoft.com/office/drawing/2014/main" id="{B17880CC-8704-B75C-BB90-FA07B5922A3D}"/>
              </a:ext>
            </a:extLst>
          </p:cNvPr>
          <p:cNvSpPr/>
          <p:nvPr/>
        </p:nvSpPr>
        <p:spPr>
          <a:xfrm>
            <a:off x="9772514" y="609117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7" name="Arrow: Left 686">
            <a:extLst>
              <a:ext uri="{FF2B5EF4-FFF2-40B4-BE49-F238E27FC236}">
                <a16:creationId xmlns:a16="http://schemas.microsoft.com/office/drawing/2014/main" id="{5A984ABC-3CDD-1F0B-9DBA-9ACB468881A4}"/>
              </a:ext>
            </a:extLst>
          </p:cNvPr>
          <p:cNvSpPr/>
          <p:nvPr/>
        </p:nvSpPr>
        <p:spPr>
          <a:xfrm rot="10800000">
            <a:off x="10465151" y="6091172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" name="Arrow: Left 687">
            <a:extLst>
              <a:ext uri="{FF2B5EF4-FFF2-40B4-BE49-F238E27FC236}">
                <a16:creationId xmlns:a16="http://schemas.microsoft.com/office/drawing/2014/main" id="{58422397-51D0-66F7-64FB-128AF8CF9F58}"/>
              </a:ext>
            </a:extLst>
          </p:cNvPr>
          <p:cNvSpPr/>
          <p:nvPr/>
        </p:nvSpPr>
        <p:spPr>
          <a:xfrm rot="10800000">
            <a:off x="10460176" y="432140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9" name="Arrow: Left 688">
            <a:extLst>
              <a:ext uri="{FF2B5EF4-FFF2-40B4-BE49-F238E27FC236}">
                <a16:creationId xmlns:a16="http://schemas.microsoft.com/office/drawing/2014/main" id="{848C2F39-047E-EB57-CCB6-4D832B543C4F}"/>
              </a:ext>
            </a:extLst>
          </p:cNvPr>
          <p:cNvSpPr/>
          <p:nvPr/>
        </p:nvSpPr>
        <p:spPr>
          <a:xfrm>
            <a:off x="9773859" y="4321401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0" name="Arrow: Left 689">
            <a:extLst>
              <a:ext uri="{FF2B5EF4-FFF2-40B4-BE49-F238E27FC236}">
                <a16:creationId xmlns:a16="http://schemas.microsoft.com/office/drawing/2014/main" id="{A8773745-B0BE-48FF-CD40-D867C1C63A7B}"/>
              </a:ext>
            </a:extLst>
          </p:cNvPr>
          <p:cNvSpPr/>
          <p:nvPr/>
        </p:nvSpPr>
        <p:spPr>
          <a:xfrm rot="5400000">
            <a:off x="8854055" y="499874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1" name="Arrow: Left 690">
            <a:extLst>
              <a:ext uri="{FF2B5EF4-FFF2-40B4-BE49-F238E27FC236}">
                <a16:creationId xmlns:a16="http://schemas.microsoft.com/office/drawing/2014/main" id="{6358BC3A-7BCE-EFAC-A623-52AAE0F861B7}"/>
              </a:ext>
            </a:extLst>
          </p:cNvPr>
          <p:cNvSpPr/>
          <p:nvPr/>
        </p:nvSpPr>
        <p:spPr>
          <a:xfrm rot="5400000">
            <a:off x="11393876" y="5000917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2" name="Arrow: Left 691">
            <a:extLst>
              <a:ext uri="{FF2B5EF4-FFF2-40B4-BE49-F238E27FC236}">
                <a16:creationId xmlns:a16="http://schemas.microsoft.com/office/drawing/2014/main" id="{75364416-0F27-D869-EEB0-2F01C5519E94}"/>
              </a:ext>
            </a:extLst>
          </p:cNvPr>
          <p:cNvSpPr/>
          <p:nvPr/>
        </p:nvSpPr>
        <p:spPr>
          <a:xfrm rot="16200000">
            <a:off x="8843522" y="572399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" name="Arrow: Left 692">
            <a:extLst>
              <a:ext uri="{FF2B5EF4-FFF2-40B4-BE49-F238E27FC236}">
                <a16:creationId xmlns:a16="http://schemas.microsoft.com/office/drawing/2014/main" id="{89B79D13-9E48-39C8-919A-6506FEC18937}"/>
              </a:ext>
            </a:extLst>
          </p:cNvPr>
          <p:cNvSpPr/>
          <p:nvPr/>
        </p:nvSpPr>
        <p:spPr>
          <a:xfrm rot="16200000">
            <a:off x="11389100" y="5736171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4" name="Arrow: Left 693">
            <a:extLst>
              <a:ext uri="{FF2B5EF4-FFF2-40B4-BE49-F238E27FC236}">
                <a16:creationId xmlns:a16="http://schemas.microsoft.com/office/drawing/2014/main" id="{2D4547A4-6AD6-5DF8-3110-A08EEE58E17A}"/>
              </a:ext>
            </a:extLst>
          </p:cNvPr>
          <p:cNvSpPr/>
          <p:nvPr/>
        </p:nvSpPr>
        <p:spPr>
          <a:xfrm rot="16200000">
            <a:off x="10102347" y="4334398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5" name="Arrow: Left 694">
            <a:extLst>
              <a:ext uri="{FF2B5EF4-FFF2-40B4-BE49-F238E27FC236}">
                <a16:creationId xmlns:a16="http://schemas.microsoft.com/office/drawing/2014/main" id="{A8F2E905-F8DD-69CC-F079-5199591FE324}"/>
              </a:ext>
            </a:extLst>
          </p:cNvPr>
          <p:cNvSpPr/>
          <p:nvPr/>
        </p:nvSpPr>
        <p:spPr>
          <a:xfrm rot="5400000">
            <a:off x="10102353" y="609934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6" name="Arrow: Left 695">
            <a:extLst>
              <a:ext uri="{FF2B5EF4-FFF2-40B4-BE49-F238E27FC236}">
                <a16:creationId xmlns:a16="http://schemas.microsoft.com/office/drawing/2014/main" id="{190D0892-E09C-3D81-5FF8-4C765BD680AF}"/>
              </a:ext>
            </a:extLst>
          </p:cNvPr>
          <p:cNvSpPr/>
          <p:nvPr/>
        </p:nvSpPr>
        <p:spPr>
          <a:xfrm>
            <a:off x="11397263" y="536282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" name="Arrow: Left 696">
            <a:extLst>
              <a:ext uri="{FF2B5EF4-FFF2-40B4-BE49-F238E27FC236}">
                <a16:creationId xmlns:a16="http://schemas.microsoft.com/office/drawing/2014/main" id="{9304B823-A83B-6269-421C-2391BAE70E59}"/>
              </a:ext>
            </a:extLst>
          </p:cNvPr>
          <p:cNvSpPr/>
          <p:nvPr/>
        </p:nvSpPr>
        <p:spPr>
          <a:xfrm rot="10800000">
            <a:off x="8851029" y="5355009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9" name="Rectangle 698">
            <a:extLst>
              <a:ext uri="{FF2B5EF4-FFF2-40B4-BE49-F238E27FC236}">
                <a16:creationId xmlns:a16="http://schemas.microsoft.com/office/drawing/2014/main" id="{5D1346D5-834B-AB57-6C48-8920894705AE}"/>
              </a:ext>
            </a:extLst>
          </p:cNvPr>
          <p:cNvSpPr/>
          <p:nvPr/>
        </p:nvSpPr>
        <p:spPr>
          <a:xfrm>
            <a:off x="8402588" y="3753063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3</a:t>
            </a:r>
          </a:p>
        </p:txBody>
      </p:sp>
      <p:sp>
        <p:nvSpPr>
          <p:cNvPr id="700" name="Arc 699">
            <a:extLst>
              <a:ext uri="{FF2B5EF4-FFF2-40B4-BE49-F238E27FC236}">
                <a16:creationId xmlns:a16="http://schemas.microsoft.com/office/drawing/2014/main" id="{C755741E-1D8F-FAC6-01B5-57EC29074D17}"/>
              </a:ext>
            </a:extLst>
          </p:cNvPr>
          <p:cNvSpPr/>
          <p:nvPr/>
        </p:nvSpPr>
        <p:spPr>
          <a:xfrm rot="16200000" flipH="1">
            <a:off x="5764717" y="271916"/>
            <a:ext cx="3626894" cy="446097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" name="Arc 700">
            <a:extLst>
              <a:ext uri="{FF2B5EF4-FFF2-40B4-BE49-F238E27FC236}">
                <a16:creationId xmlns:a16="http://schemas.microsoft.com/office/drawing/2014/main" id="{EF237FCB-F876-B877-DE09-10BEA1AE3A3B}"/>
              </a:ext>
            </a:extLst>
          </p:cNvPr>
          <p:cNvSpPr/>
          <p:nvPr/>
        </p:nvSpPr>
        <p:spPr>
          <a:xfrm rot="5400000">
            <a:off x="2650586" y="188438"/>
            <a:ext cx="3851590" cy="4446589"/>
          </a:xfrm>
          <a:prstGeom prst="arc">
            <a:avLst>
              <a:gd name="adj1" fmla="val 16347718"/>
              <a:gd name="adj2" fmla="val 21419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12EEEEA5-9F1C-31FD-8199-CD3545E227A0}"/>
              </a:ext>
            </a:extLst>
          </p:cNvPr>
          <p:cNvSpPr txBox="1"/>
          <p:nvPr/>
        </p:nvSpPr>
        <p:spPr>
          <a:xfrm>
            <a:off x="5935276" y="4612083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8DD53056-2E5C-656A-1C39-ACB057F477A4}"/>
              </a:ext>
            </a:extLst>
          </p:cNvPr>
          <p:cNvSpPr txBox="1"/>
          <p:nvPr/>
        </p:nvSpPr>
        <p:spPr>
          <a:xfrm>
            <a:off x="5919516" y="2134819"/>
            <a:ext cx="2606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64548549-E180-A592-753D-2BC9348B7BCF}"/>
              </a:ext>
            </a:extLst>
          </p:cNvPr>
          <p:cNvSpPr txBox="1"/>
          <p:nvPr/>
        </p:nvSpPr>
        <p:spPr>
          <a:xfrm>
            <a:off x="7561349" y="3515901"/>
            <a:ext cx="235440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705" name="TextBox 704">
            <a:extLst>
              <a:ext uri="{FF2B5EF4-FFF2-40B4-BE49-F238E27FC236}">
                <a16:creationId xmlns:a16="http://schemas.microsoft.com/office/drawing/2014/main" id="{FB74DBD2-95D0-9FEB-B18A-9B51C8540906}"/>
              </a:ext>
            </a:extLst>
          </p:cNvPr>
          <p:cNvSpPr txBox="1"/>
          <p:nvPr/>
        </p:nvSpPr>
        <p:spPr>
          <a:xfrm>
            <a:off x="4284541" y="3528759"/>
            <a:ext cx="291839" cy="291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706" name="Flowchart: Connector 705">
            <a:extLst>
              <a:ext uri="{FF2B5EF4-FFF2-40B4-BE49-F238E27FC236}">
                <a16:creationId xmlns:a16="http://schemas.microsoft.com/office/drawing/2014/main" id="{3FBAE6A8-7218-F425-9905-822AD5C9E9D5}"/>
              </a:ext>
            </a:extLst>
          </p:cNvPr>
          <p:cNvSpPr/>
          <p:nvPr/>
        </p:nvSpPr>
        <p:spPr>
          <a:xfrm>
            <a:off x="5935568" y="250158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7" name="Flowchart: Connector 706">
            <a:extLst>
              <a:ext uri="{FF2B5EF4-FFF2-40B4-BE49-F238E27FC236}">
                <a16:creationId xmlns:a16="http://schemas.microsoft.com/office/drawing/2014/main" id="{2F036D38-A68E-E55B-7E59-ECC5C15C2E6B}"/>
              </a:ext>
            </a:extLst>
          </p:cNvPr>
          <p:cNvSpPr/>
          <p:nvPr/>
        </p:nvSpPr>
        <p:spPr>
          <a:xfrm>
            <a:off x="5935568" y="4275078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8" name="Flowchart: Connector 707">
            <a:extLst>
              <a:ext uri="{FF2B5EF4-FFF2-40B4-BE49-F238E27FC236}">
                <a16:creationId xmlns:a16="http://schemas.microsoft.com/office/drawing/2014/main" id="{EB2F043E-435E-8705-D9EB-65AB43D836D2}"/>
              </a:ext>
            </a:extLst>
          </p:cNvPr>
          <p:cNvSpPr/>
          <p:nvPr/>
        </p:nvSpPr>
        <p:spPr>
          <a:xfrm>
            <a:off x="6268518" y="427507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9" name="Flowchart: Connector 708">
            <a:extLst>
              <a:ext uri="{FF2B5EF4-FFF2-40B4-BE49-F238E27FC236}">
                <a16:creationId xmlns:a16="http://schemas.microsoft.com/office/drawing/2014/main" id="{5F1A952E-189B-A711-C271-A971A6F9DF32}"/>
              </a:ext>
            </a:extLst>
          </p:cNvPr>
          <p:cNvSpPr/>
          <p:nvPr/>
        </p:nvSpPr>
        <p:spPr>
          <a:xfrm>
            <a:off x="5602619" y="427507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0" name="Arc 709">
            <a:extLst>
              <a:ext uri="{FF2B5EF4-FFF2-40B4-BE49-F238E27FC236}">
                <a16:creationId xmlns:a16="http://schemas.microsoft.com/office/drawing/2014/main" id="{ACF7B597-EC4B-81EA-D155-E04DD8AF63BF}"/>
              </a:ext>
            </a:extLst>
          </p:cNvPr>
          <p:cNvSpPr/>
          <p:nvPr/>
        </p:nvSpPr>
        <p:spPr>
          <a:xfrm>
            <a:off x="2545751" y="3052824"/>
            <a:ext cx="4253923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1" name="Arc 710">
            <a:extLst>
              <a:ext uri="{FF2B5EF4-FFF2-40B4-BE49-F238E27FC236}">
                <a16:creationId xmlns:a16="http://schemas.microsoft.com/office/drawing/2014/main" id="{45AEB5C4-D374-680E-685E-92473075773F}"/>
              </a:ext>
            </a:extLst>
          </p:cNvPr>
          <p:cNvSpPr/>
          <p:nvPr/>
        </p:nvSpPr>
        <p:spPr>
          <a:xfrm>
            <a:off x="3765165" y="4337526"/>
            <a:ext cx="1690502" cy="1300254"/>
          </a:xfrm>
          <a:prstGeom prst="arc">
            <a:avLst>
              <a:gd name="adj1" fmla="val 16594342"/>
              <a:gd name="adj2" fmla="val 203577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2" name="Arc 711">
            <a:extLst>
              <a:ext uri="{FF2B5EF4-FFF2-40B4-BE49-F238E27FC236}">
                <a16:creationId xmlns:a16="http://schemas.microsoft.com/office/drawing/2014/main" id="{5348D20A-56EF-5D42-180A-C957955503B4}"/>
              </a:ext>
            </a:extLst>
          </p:cNvPr>
          <p:cNvSpPr/>
          <p:nvPr/>
        </p:nvSpPr>
        <p:spPr>
          <a:xfrm flipH="1">
            <a:off x="5347677" y="3060268"/>
            <a:ext cx="4307307" cy="3477554"/>
          </a:xfrm>
          <a:prstGeom prst="arc">
            <a:avLst>
              <a:gd name="adj1" fmla="val 16218521"/>
              <a:gd name="adj2" fmla="val 214291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3" name="Arc 712">
            <a:extLst>
              <a:ext uri="{FF2B5EF4-FFF2-40B4-BE49-F238E27FC236}">
                <a16:creationId xmlns:a16="http://schemas.microsoft.com/office/drawing/2014/main" id="{90E8D092-E523-5E2E-6574-D8F15E952FF5}"/>
              </a:ext>
            </a:extLst>
          </p:cNvPr>
          <p:cNvSpPr/>
          <p:nvPr/>
        </p:nvSpPr>
        <p:spPr>
          <a:xfrm flipH="1">
            <a:off x="6694861" y="4315851"/>
            <a:ext cx="1755397" cy="1349748"/>
          </a:xfrm>
          <a:prstGeom prst="arc">
            <a:avLst>
              <a:gd name="adj1" fmla="val 16594342"/>
              <a:gd name="adj2" fmla="val 203867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CB404538-5FDD-04EA-BD88-108098BEADD3}"/>
              </a:ext>
            </a:extLst>
          </p:cNvPr>
          <p:cNvCxnSpPr/>
          <p:nvPr/>
        </p:nvCxnSpPr>
        <p:spPr>
          <a:xfrm flipV="1">
            <a:off x="5347677" y="2494073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B8B108A9-7E21-5A49-B940-33EE05F921B0}"/>
              </a:ext>
            </a:extLst>
          </p:cNvPr>
          <p:cNvCxnSpPr/>
          <p:nvPr/>
        </p:nvCxnSpPr>
        <p:spPr>
          <a:xfrm flipV="1">
            <a:off x="6799674" y="2494073"/>
            <a:ext cx="0" cy="2190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6" name="Arc 715">
            <a:extLst>
              <a:ext uri="{FF2B5EF4-FFF2-40B4-BE49-F238E27FC236}">
                <a16:creationId xmlns:a16="http://schemas.microsoft.com/office/drawing/2014/main" id="{700FDC90-82ED-C04F-E365-083F84FCE485}"/>
              </a:ext>
            </a:extLst>
          </p:cNvPr>
          <p:cNvSpPr/>
          <p:nvPr/>
        </p:nvSpPr>
        <p:spPr>
          <a:xfrm rot="6478505">
            <a:off x="3945834" y="1617325"/>
            <a:ext cx="1692374" cy="1232906"/>
          </a:xfrm>
          <a:prstGeom prst="arc">
            <a:avLst>
              <a:gd name="adj1" fmla="val 16594342"/>
              <a:gd name="adj2" fmla="val 210043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" name="Arc 716">
            <a:extLst>
              <a:ext uri="{FF2B5EF4-FFF2-40B4-BE49-F238E27FC236}">
                <a16:creationId xmlns:a16="http://schemas.microsoft.com/office/drawing/2014/main" id="{74DAFEF2-4CBB-5CE0-EDB7-7710A1EC00C7}"/>
              </a:ext>
            </a:extLst>
          </p:cNvPr>
          <p:cNvSpPr/>
          <p:nvPr/>
        </p:nvSpPr>
        <p:spPr>
          <a:xfrm rot="11664667">
            <a:off x="6733587" y="1812726"/>
            <a:ext cx="1966690" cy="1296423"/>
          </a:xfrm>
          <a:prstGeom prst="arc">
            <a:avLst>
              <a:gd name="adj1" fmla="val 16594342"/>
              <a:gd name="adj2" fmla="val 205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" name="Flowchart: Connector 717">
            <a:extLst>
              <a:ext uri="{FF2B5EF4-FFF2-40B4-BE49-F238E27FC236}">
                <a16:creationId xmlns:a16="http://schemas.microsoft.com/office/drawing/2014/main" id="{277B37FF-DEC9-413E-0C78-A16C42B84DB4}"/>
              </a:ext>
            </a:extLst>
          </p:cNvPr>
          <p:cNvSpPr/>
          <p:nvPr/>
        </p:nvSpPr>
        <p:spPr>
          <a:xfrm>
            <a:off x="6270998" y="2505306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" name="Flowchart: Connector 718">
            <a:extLst>
              <a:ext uri="{FF2B5EF4-FFF2-40B4-BE49-F238E27FC236}">
                <a16:creationId xmlns:a16="http://schemas.microsoft.com/office/drawing/2014/main" id="{3FF7D183-5643-7CC3-A3D7-696190C9ED99}"/>
              </a:ext>
            </a:extLst>
          </p:cNvPr>
          <p:cNvSpPr/>
          <p:nvPr/>
        </p:nvSpPr>
        <p:spPr>
          <a:xfrm>
            <a:off x="5605099" y="2505307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0" name="Flowchart: Connector 719">
            <a:extLst>
              <a:ext uri="{FF2B5EF4-FFF2-40B4-BE49-F238E27FC236}">
                <a16:creationId xmlns:a16="http://schemas.microsoft.com/office/drawing/2014/main" id="{B2583973-1BD2-E0CC-3441-C37D3BE902DE}"/>
              </a:ext>
            </a:extLst>
          </p:cNvPr>
          <p:cNvSpPr/>
          <p:nvPr/>
        </p:nvSpPr>
        <p:spPr>
          <a:xfrm>
            <a:off x="7218290" y="38924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1" name="Flowchart: Connector 720">
            <a:extLst>
              <a:ext uri="{FF2B5EF4-FFF2-40B4-BE49-F238E27FC236}">
                <a16:creationId xmlns:a16="http://schemas.microsoft.com/office/drawing/2014/main" id="{73274C5E-03DB-9570-7F44-BD6B9AF0DA55}"/>
              </a:ext>
            </a:extLst>
          </p:cNvPr>
          <p:cNvSpPr/>
          <p:nvPr/>
        </p:nvSpPr>
        <p:spPr>
          <a:xfrm>
            <a:off x="7216897" y="353891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2" name="Flowchart: Connector 721">
            <a:extLst>
              <a:ext uri="{FF2B5EF4-FFF2-40B4-BE49-F238E27FC236}">
                <a16:creationId xmlns:a16="http://schemas.microsoft.com/office/drawing/2014/main" id="{25689CE1-2F0B-F702-A2E6-15F473E19BB9}"/>
              </a:ext>
            </a:extLst>
          </p:cNvPr>
          <p:cNvSpPr/>
          <p:nvPr/>
        </p:nvSpPr>
        <p:spPr>
          <a:xfrm>
            <a:off x="7227431" y="318009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3" name="Flowchart: Connector 722">
            <a:extLst>
              <a:ext uri="{FF2B5EF4-FFF2-40B4-BE49-F238E27FC236}">
                <a16:creationId xmlns:a16="http://schemas.microsoft.com/office/drawing/2014/main" id="{46824AF8-B4A2-2C8F-FB2F-9BA5CD25C7DE}"/>
              </a:ext>
            </a:extLst>
          </p:cNvPr>
          <p:cNvSpPr/>
          <p:nvPr/>
        </p:nvSpPr>
        <p:spPr>
          <a:xfrm>
            <a:off x="4672713" y="389240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4" name="Flowchart: Connector 723">
            <a:extLst>
              <a:ext uri="{FF2B5EF4-FFF2-40B4-BE49-F238E27FC236}">
                <a16:creationId xmlns:a16="http://schemas.microsoft.com/office/drawing/2014/main" id="{F4D74F46-5622-7F82-830F-72835C043E98}"/>
              </a:ext>
            </a:extLst>
          </p:cNvPr>
          <p:cNvSpPr/>
          <p:nvPr/>
        </p:nvSpPr>
        <p:spPr>
          <a:xfrm>
            <a:off x="4671319" y="3538914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" name="Flowchart: Connector 724">
            <a:extLst>
              <a:ext uri="{FF2B5EF4-FFF2-40B4-BE49-F238E27FC236}">
                <a16:creationId xmlns:a16="http://schemas.microsoft.com/office/drawing/2014/main" id="{AC98B462-AF6B-382E-7271-0298CE06AA09}"/>
              </a:ext>
            </a:extLst>
          </p:cNvPr>
          <p:cNvSpPr/>
          <p:nvPr/>
        </p:nvSpPr>
        <p:spPr>
          <a:xfrm>
            <a:off x="4681854" y="3180091"/>
            <a:ext cx="279392" cy="30208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6" name="Arrow: Left 725">
            <a:extLst>
              <a:ext uri="{FF2B5EF4-FFF2-40B4-BE49-F238E27FC236}">
                <a16:creationId xmlns:a16="http://schemas.microsoft.com/office/drawing/2014/main" id="{BCFDC3DC-38CD-BB8E-0B73-36E36F2DB6BD}"/>
              </a:ext>
            </a:extLst>
          </p:cNvPr>
          <p:cNvSpPr/>
          <p:nvPr/>
        </p:nvSpPr>
        <p:spPr>
          <a:xfrm>
            <a:off x="5661155" y="4346578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" name="Arrow: Left 726">
            <a:extLst>
              <a:ext uri="{FF2B5EF4-FFF2-40B4-BE49-F238E27FC236}">
                <a16:creationId xmlns:a16="http://schemas.microsoft.com/office/drawing/2014/main" id="{3BB8929B-9732-CF6A-533F-48AF9936F61C}"/>
              </a:ext>
            </a:extLst>
          </p:cNvPr>
          <p:cNvSpPr/>
          <p:nvPr/>
        </p:nvSpPr>
        <p:spPr>
          <a:xfrm rot="10800000">
            <a:off x="6353792" y="4346577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8" name="Arrow: Left 727">
            <a:extLst>
              <a:ext uri="{FF2B5EF4-FFF2-40B4-BE49-F238E27FC236}">
                <a16:creationId xmlns:a16="http://schemas.microsoft.com/office/drawing/2014/main" id="{4A87D1C2-BDE3-BC73-6487-64732642F318}"/>
              </a:ext>
            </a:extLst>
          </p:cNvPr>
          <p:cNvSpPr/>
          <p:nvPr/>
        </p:nvSpPr>
        <p:spPr>
          <a:xfrm rot="10800000">
            <a:off x="6348817" y="257680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9" name="Arrow: Left 728">
            <a:extLst>
              <a:ext uri="{FF2B5EF4-FFF2-40B4-BE49-F238E27FC236}">
                <a16:creationId xmlns:a16="http://schemas.microsoft.com/office/drawing/2014/main" id="{28AD8664-139C-3C06-D648-DF328A622C0E}"/>
              </a:ext>
            </a:extLst>
          </p:cNvPr>
          <p:cNvSpPr/>
          <p:nvPr/>
        </p:nvSpPr>
        <p:spPr>
          <a:xfrm>
            <a:off x="5662500" y="2576806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0" name="Arrow: Left 729">
            <a:extLst>
              <a:ext uri="{FF2B5EF4-FFF2-40B4-BE49-F238E27FC236}">
                <a16:creationId xmlns:a16="http://schemas.microsoft.com/office/drawing/2014/main" id="{66446885-E279-AE10-532C-F9B47CC9E7C5}"/>
              </a:ext>
            </a:extLst>
          </p:cNvPr>
          <p:cNvSpPr/>
          <p:nvPr/>
        </p:nvSpPr>
        <p:spPr>
          <a:xfrm rot="5400000">
            <a:off x="4742696" y="3254145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1" name="Arrow: Left 730">
            <a:extLst>
              <a:ext uri="{FF2B5EF4-FFF2-40B4-BE49-F238E27FC236}">
                <a16:creationId xmlns:a16="http://schemas.microsoft.com/office/drawing/2014/main" id="{EE58C99E-332F-0E84-8F01-B3FDA7BAD97E}"/>
              </a:ext>
            </a:extLst>
          </p:cNvPr>
          <p:cNvSpPr/>
          <p:nvPr/>
        </p:nvSpPr>
        <p:spPr>
          <a:xfrm rot="5400000">
            <a:off x="7282517" y="3256322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2" name="Arrow: Left 731">
            <a:extLst>
              <a:ext uri="{FF2B5EF4-FFF2-40B4-BE49-F238E27FC236}">
                <a16:creationId xmlns:a16="http://schemas.microsoft.com/office/drawing/2014/main" id="{715B5BC6-C758-4D70-697F-45A8933FA42F}"/>
              </a:ext>
            </a:extLst>
          </p:cNvPr>
          <p:cNvSpPr/>
          <p:nvPr/>
        </p:nvSpPr>
        <p:spPr>
          <a:xfrm rot="16200000">
            <a:off x="4732163" y="397940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3" name="Arrow: Left 732">
            <a:extLst>
              <a:ext uri="{FF2B5EF4-FFF2-40B4-BE49-F238E27FC236}">
                <a16:creationId xmlns:a16="http://schemas.microsoft.com/office/drawing/2014/main" id="{C6420C54-B0AB-10ED-5A61-88FBBA49E01A}"/>
              </a:ext>
            </a:extLst>
          </p:cNvPr>
          <p:cNvSpPr/>
          <p:nvPr/>
        </p:nvSpPr>
        <p:spPr>
          <a:xfrm rot="16200000">
            <a:off x="7277741" y="3991576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4" name="Arrow: Left 733">
            <a:extLst>
              <a:ext uri="{FF2B5EF4-FFF2-40B4-BE49-F238E27FC236}">
                <a16:creationId xmlns:a16="http://schemas.microsoft.com/office/drawing/2014/main" id="{394295AD-95F5-FDCE-E43B-7C3B8E781B8A}"/>
              </a:ext>
            </a:extLst>
          </p:cNvPr>
          <p:cNvSpPr/>
          <p:nvPr/>
        </p:nvSpPr>
        <p:spPr>
          <a:xfrm rot="16200000">
            <a:off x="5990988" y="2589803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5" name="Arrow: Left 734">
            <a:extLst>
              <a:ext uri="{FF2B5EF4-FFF2-40B4-BE49-F238E27FC236}">
                <a16:creationId xmlns:a16="http://schemas.microsoft.com/office/drawing/2014/main" id="{617B2B45-0BC3-0F32-EE9C-7DCED5E0CEE4}"/>
              </a:ext>
            </a:extLst>
          </p:cNvPr>
          <p:cNvSpPr/>
          <p:nvPr/>
        </p:nvSpPr>
        <p:spPr>
          <a:xfrm rot="5400000">
            <a:off x="5990994" y="4354750"/>
            <a:ext cx="157706" cy="14808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6" name="Arrow: Left 735">
            <a:extLst>
              <a:ext uri="{FF2B5EF4-FFF2-40B4-BE49-F238E27FC236}">
                <a16:creationId xmlns:a16="http://schemas.microsoft.com/office/drawing/2014/main" id="{975C980F-3344-355E-0950-B3A915C5CA26}"/>
              </a:ext>
            </a:extLst>
          </p:cNvPr>
          <p:cNvSpPr/>
          <p:nvPr/>
        </p:nvSpPr>
        <p:spPr>
          <a:xfrm>
            <a:off x="7285904" y="3618233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" name="Arrow: Left 736">
            <a:extLst>
              <a:ext uri="{FF2B5EF4-FFF2-40B4-BE49-F238E27FC236}">
                <a16:creationId xmlns:a16="http://schemas.microsoft.com/office/drawing/2014/main" id="{CB4909AC-8553-D1BB-8415-EDDBFD53AC08}"/>
              </a:ext>
            </a:extLst>
          </p:cNvPr>
          <p:cNvSpPr/>
          <p:nvPr/>
        </p:nvSpPr>
        <p:spPr>
          <a:xfrm rot="10800000">
            <a:off x="4739670" y="3610414"/>
            <a:ext cx="149508" cy="15620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B5796726-9401-D903-788C-1239AABD23AD}"/>
              </a:ext>
            </a:extLst>
          </p:cNvPr>
          <p:cNvSpPr/>
          <p:nvPr/>
        </p:nvSpPr>
        <p:spPr>
          <a:xfrm>
            <a:off x="5477994" y="1828960"/>
            <a:ext cx="11069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5</a:t>
            </a:r>
          </a:p>
        </p:txBody>
      </p:sp>
      <p:pic>
        <p:nvPicPr>
          <p:cNvPr id="741" name="Picture 740">
            <a:extLst>
              <a:ext uri="{FF2B5EF4-FFF2-40B4-BE49-F238E27FC236}">
                <a16:creationId xmlns:a16="http://schemas.microsoft.com/office/drawing/2014/main" id="{0ABA82A9-8A2B-9D9C-0198-8B71AFBA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785" y="2223642"/>
            <a:ext cx="252207" cy="263367"/>
          </a:xfrm>
          <a:prstGeom prst="rect">
            <a:avLst/>
          </a:prstGeom>
        </p:spPr>
      </p:pic>
      <p:pic>
        <p:nvPicPr>
          <p:cNvPr id="743" name="Picture 742">
            <a:extLst>
              <a:ext uri="{FF2B5EF4-FFF2-40B4-BE49-F238E27FC236}">
                <a16:creationId xmlns:a16="http://schemas.microsoft.com/office/drawing/2014/main" id="{368BEEFA-1A2E-3102-29AE-05B1EB162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783" y="2229785"/>
            <a:ext cx="252207" cy="263367"/>
          </a:xfrm>
          <a:prstGeom prst="rect">
            <a:avLst/>
          </a:prstGeom>
        </p:spPr>
      </p:pic>
      <p:pic>
        <p:nvPicPr>
          <p:cNvPr id="745" name="Picture 744">
            <a:extLst>
              <a:ext uri="{FF2B5EF4-FFF2-40B4-BE49-F238E27FC236}">
                <a16:creationId xmlns:a16="http://schemas.microsoft.com/office/drawing/2014/main" id="{527ADF26-1051-E0AD-1F75-5F3304EE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690" y="4661831"/>
            <a:ext cx="252207" cy="263367"/>
          </a:xfrm>
          <a:prstGeom prst="rect">
            <a:avLst/>
          </a:prstGeom>
        </p:spPr>
      </p:pic>
      <p:pic>
        <p:nvPicPr>
          <p:cNvPr id="747" name="Picture 746">
            <a:extLst>
              <a:ext uri="{FF2B5EF4-FFF2-40B4-BE49-F238E27FC236}">
                <a16:creationId xmlns:a16="http://schemas.microsoft.com/office/drawing/2014/main" id="{B35B4CF6-3609-7F09-FF02-BFEEFC499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507" y="4658498"/>
            <a:ext cx="252207" cy="263367"/>
          </a:xfrm>
          <a:prstGeom prst="rect">
            <a:avLst/>
          </a:prstGeom>
        </p:spPr>
      </p:pic>
      <p:pic>
        <p:nvPicPr>
          <p:cNvPr id="749" name="Picture 748">
            <a:extLst>
              <a:ext uri="{FF2B5EF4-FFF2-40B4-BE49-F238E27FC236}">
                <a16:creationId xmlns:a16="http://schemas.microsoft.com/office/drawing/2014/main" id="{23DB7D71-A518-1DCE-5D2B-1F44E0ED7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55" y="2892809"/>
            <a:ext cx="252207" cy="263367"/>
          </a:xfrm>
          <a:prstGeom prst="rect">
            <a:avLst/>
          </a:prstGeom>
        </p:spPr>
      </p:pic>
      <p:pic>
        <p:nvPicPr>
          <p:cNvPr id="751" name="Picture 750">
            <a:extLst>
              <a:ext uri="{FF2B5EF4-FFF2-40B4-BE49-F238E27FC236}">
                <a16:creationId xmlns:a16="http://schemas.microsoft.com/office/drawing/2014/main" id="{3690FE09-775C-C5B4-0AB8-28F159B2A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49" y="4206860"/>
            <a:ext cx="252207" cy="263367"/>
          </a:xfrm>
          <a:prstGeom prst="rect">
            <a:avLst/>
          </a:prstGeom>
        </p:spPr>
      </p:pic>
      <p:pic>
        <p:nvPicPr>
          <p:cNvPr id="753" name="Picture 752">
            <a:extLst>
              <a:ext uri="{FF2B5EF4-FFF2-40B4-BE49-F238E27FC236}">
                <a16:creationId xmlns:a16="http://schemas.microsoft.com/office/drawing/2014/main" id="{297DFB41-FF10-DAD6-9596-CD7813EE7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182" y="2914448"/>
            <a:ext cx="252207" cy="263367"/>
          </a:xfrm>
          <a:prstGeom prst="rect">
            <a:avLst/>
          </a:prstGeom>
        </p:spPr>
      </p:pic>
      <p:pic>
        <p:nvPicPr>
          <p:cNvPr id="755" name="Picture 754">
            <a:extLst>
              <a:ext uri="{FF2B5EF4-FFF2-40B4-BE49-F238E27FC236}">
                <a16:creationId xmlns:a16="http://schemas.microsoft.com/office/drawing/2014/main" id="{7B6735A4-B875-A5DB-23A3-CDE7BB0C8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011" y="4160028"/>
            <a:ext cx="252207" cy="26336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A6C74DF-3978-7D8C-6127-F2A6A90FA697}"/>
              </a:ext>
            </a:extLst>
          </p:cNvPr>
          <p:cNvCxnSpPr>
            <a:cxnSpLocks/>
          </p:cNvCxnSpPr>
          <p:nvPr/>
        </p:nvCxnSpPr>
        <p:spPr>
          <a:xfrm flipV="1">
            <a:off x="3868901" y="1565866"/>
            <a:ext cx="4383112" cy="11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708EC4C-A462-7DE6-2775-E8A99FECBC75}"/>
              </a:ext>
            </a:extLst>
          </p:cNvPr>
          <p:cNvSpPr/>
          <p:nvPr/>
        </p:nvSpPr>
        <p:spPr>
          <a:xfrm>
            <a:off x="5775384" y="1398741"/>
            <a:ext cx="469830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84B834-4B3B-8AAA-D21A-733CFBCB38B9}"/>
              </a:ext>
            </a:extLst>
          </p:cNvPr>
          <p:cNvCxnSpPr/>
          <p:nvPr/>
        </p:nvCxnSpPr>
        <p:spPr>
          <a:xfrm>
            <a:off x="10201360" y="3083442"/>
            <a:ext cx="0" cy="701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08E98-1FAC-DDC4-1835-019315A2E2ED}"/>
              </a:ext>
            </a:extLst>
          </p:cNvPr>
          <p:cNvSpPr/>
          <p:nvPr/>
        </p:nvSpPr>
        <p:spPr>
          <a:xfrm>
            <a:off x="9940554" y="3263502"/>
            <a:ext cx="47619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14CD49-FD24-0040-5222-C25DD4E01737}"/>
              </a:ext>
            </a:extLst>
          </p:cNvPr>
          <p:cNvCxnSpPr/>
          <p:nvPr/>
        </p:nvCxnSpPr>
        <p:spPr>
          <a:xfrm flipH="1">
            <a:off x="3930027" y="5507665"/>
            <a:ext cx="43487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9F2B565-0F5F-0FB5-0091-E7049CA42116}"/>
              </a:ext>
            </a:extLst>
          </p:cNvPr>
          <p:cNvSpPr/>
          <p:nvPr/>
        </p:nvSpPr>
        <p:spPr>
          <a:xfrm>
            <a:off x="5877853" y="5316441"/>
            <a:ext cx="453063" cy="338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246B224-81FE-A60A-34B9-49501507EA2D}"/>
              </a:ext>
            </a:extLst>
          </p:cNvPr>
          <p:cNvCxnSpPr/>
          <p:nvPr/>
        </p:nvCxnSpPr>
        <p:spPr>
          <a:xfrm flipV="1">
            <a:off x="1916027" y="3026082"/>
            <a:ext cx="0" cy="805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7A67A14-A42F-9967-EBF9-1ED5C8733B96}"/>
              </a:ext>
            </a:extLst>
          </p:cNvPr>
          <p:cNvSpPr/>
          <p:nvPr/>
        </p:nvSpPr>
        <p:spPr>
          <a:xfrm>
            <a:off x="1212946" y="3254864"/>
            <a:ext cx="1393858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EC99344-E139-C787-226A-DFC0CBF725B3}"/>
              </a:ext>
            </a:extLst>
          </p:cNvPr>
          <p:cNvCxnSpPr>
            <a:cxnSpLocks/>
          </p:cNvCxnSpPr>
          <p:nvPr/>
        </p:nvCxnSpPr>
        <p:spPr>
          <a:xfrm>
            <a:off x="3750050" y="2631252"/>
            <a:ext cx="546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3E92C138-A618-E1F6-2BD6-07B94DA6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415" y="2493884"/>
            <a:ext cx="252207" cy="263367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2331082-9728-8AAF-31FE-824C02EF48E1}"/>
              </a:ext>
            </a:extLst>
          </p:cNvPr>
          <p:cNvCxnSpPr>
            <a:cxnSpLocks/>
          </p:cNvCxnSpPr>
          <p:nvPr/>
        </p:nvCxnSpPr>
        <p:spPr>
          <a:xfrm flipH="1">
            <a:off x="7903864" y="2631252"/>
            <a:ext cx="4776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3155A848-DD1E-33F1-8EF5-82587054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961" y="2486598"/>
            <a:ext cx="252207" cy="263367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BCD9E1D-FCDE-2B6E-D3AE-F35377B977E6}"/>
              </a:ext>
            </a:extLst>
          </p:cNvPr>
          <p:cNvCxnSpPr>
            <a:cxnSpLocks/>
          </p:cNvCxnSpPr>
          <p:nvPr/>
        </p:nvCxnSpPr>
        <p:spPr>
          <a:xfrm>
            <a:off x="3777590" y="4325601"/>
            <a:ext cx="546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E3E1CA89-4230-B5C3-4DDA-297280878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955" y="4188233"/>
            <a:ext cx="252207" cy="263367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C43A19-E555-8A0C-ECCC-16DD85FF7F74}"/>
              </a:ext>
            </a:extLst>
          </p:cNvPr>
          <p:cNvCxnSpPr>
            <a:cxnSpLocks/>
          </p:cNvCxnSpPr>
          <p:nvPr/>
        </p:nvCxnSpPr>
        <p:spPr>
          <a:xfrm flipH="1">
            <a:off x="7920771" y="4325601"/>
            <a:ext cx="4776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271CD1F8-40ED-7AF6-8FE3-4C42D159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501" y="4180947"/>
            <a:ext cx="252207" cy="263367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C872749-2C2E-DAC6-1577-3DE213E681AE}"/>
              </a:ext>
            </a:extLst>
          </p:cNvPr>
          <p:cNvCxnSpPr>
            <a:cxnSpLocks/>
          </p:cNvCxnSpPr>
          <p:nvPr/>
        </p:nvCxnSpPr>
        <p:spPr>
          <a:xfrm flipH="1">
            <a:off x="3769446" y="2183229"/>
            <a:ext cx="7352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E9122B8-B388-1F18-96AC-19CDBE727265}"/>
              </a:ext>
            </a:extLst>
          </p:cNvPr>
          <p:cNvSpPr/>
          <p:nvPr/>
        </p:nvSpPr>
        <p:spPr>
          <a:xfrm>
            <a:off x="3949316" y="1970799"/>
            <a:ext cx="423961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4s</a:t>
            </a:r>
          </a:p>
        </p:txBody>
      </p:sp>
    </p:spTree>
    <p:extLst>
      <p:ext uri="{BB962C8B-B14F-4D97-AF65-F5344CB8AC3E}">
        <p14:creationId xmlns:p14="http://schemas.microsoft.com/office/powerpoint/2010/main" val="3262532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da2a83b-13d9-4a35-965f-ec53a220ed9d}" enabled="0" method="" siteId="{0da2a83b-13d9-4a35-965f-ec53a220ed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65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Varghese, Johnson (J.Varghese@yokogawa.com)</dc:creator>
  <cp:lastModifiedBy>Varghese, Johnson (J.Varghese@yokogawa.com)</cp:lastModifiedBy>
  <cp:revision>1</cp:revision>
  <dcterms:created xsi:type="dcterms:W3CDTF">2026-09-06T03:03:33Z</dcterms:created>
  <dcterms:modified xsi:type="dcterms:W3CDTF">2026-09-06T23:49:52Z</dcterms:modified>
</cp:coreProperties>
</file>